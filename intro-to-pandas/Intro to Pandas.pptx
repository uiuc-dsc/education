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  <p:sldMasterId id="214748368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Advent Pro SemiBold"/>
      <p:regular r:id="rId31"/>
      <p:bold r:id="rId32"/>
      <p:italic r:id="rId33"/>
      <p:boldItalic r:id="rId34"/>
    </p:embeddedFont>
    <p:embeddedFont>
      <p:font typeface="Fira Sans Condensed Medium"/>
      <p:regular r:id="rId35"/>
      <p:bold r:id="rId36"/>
      <p:italic r:id="rId37"/>
      <p:boldItalic r:id="rId38"/>
    </p:embeddedFont>
    <p:embeddedFont>
      <p:font typeface="PT Sans"/>
      <p:regular r:id="rId39"/>
      <p:bold r:id="rId40"/>
      <p:italic r:id="rId41"/>
      <p:boldItalic r:id="rId42"/>
    </p:embeddedFont>
    <p:embeddedFont>
      <p:font typeface="Roboto Mono"/>
      <p:regular r:id="rId43"/>
      <p:bold r:id="rId44"/>
      <p:italic r:id="rId45"/>
      <p:boldItalic r:id="rId46"/>
    </p:embeddedFont>
    <p:embeddedFont>
      <p:font typeface="Ex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bold.fntdata"/><Relationship Id="rId42" Type="http://schemas.openxmlformats.org/officeDocument/2006/relationships/font" Target="fonts/PTSans-boldItalic.fntdata"/><Relationship Id="rId41" Type="http://schemas.openxmlformats.org/officeDocument/2006/relationships/font" Target="fonts/PTSans-italic.fntdata"/><Relationship Id="rId44" Type="http://schemas.openxmlformats.org/officeDocument/2006/relationships/font" Target="fonts/RobotoMono-bold.fntdata"/><Relationship Id="rId43" Type="http://schemas.openxmlformats.org/officeDocument/2006/relationships/font" Target="fonts/RobotoMono-regular.fntdata"/><Relationship Id="rId46" Type="http://schemas.openxmlformats.org/officeDocument/2006/relationships/font" Target="fonts/RobotoMono-boldItalic.fntdata"/><Relationship Id="rId45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Exo-bold.fntdata"/><Relationship Id="rId47" Type="http://schemas.openxmlformats.org/officeDocument/2006/relationships/font" Target="fonts/Exo-regular.fntdata"/><Relationship Id="rId49" Type="http://schemas.openxmlformats.org/officeDocument/2006/relationships/font" Target="fonts/Ex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dventProSemiBold-regular.fntdata"/><Relationship Id="rId30" Type="http://schemas.openxmlformats.org/officeDocument/2006/relationships/slide" Target="slides/slide24.xml"/><Relationship Id="rId33" Type="http://schemas.openxmlformats.org/officeDocument/2006/relationships/font" Target="fonts/AdventProSemiBold-italic.fntdata"/><Relationship Id="rId32" Type="http://schemas.openxmlformats.org/officeDocument/2006/relationships/font" Target="fonts/AdventProSemiBold-bold.fntdata"/><Relationship Id="rId35" Type="http://schemas.openxmlformats.org/officeDocument/2006/relationships/font" Target="fonts/FiraSansCondensedMedium-regular.fntdata"/><Relationship Id="rId34" Type="http://schemas.openxmlformats.org/officeDocument/2006/relationships/font" Target="fonts/AdventProSemiBold-boldItalic.fntdata"/><Relationship Id="rId37" Type="http://schemas.openxmlformats.org/officeDocument/2006/relationships/font" Target="fonts/FiraSansCondensedMedium-italic.fntdata"/><Relationship Id="rId36" Type="http://schemas.openxmlformats.org/officeDocument/2006/relationships/font" Target="fonts/FiraSansCondensedMedium-bold.fntdata"/><Relationship Id="rId39" Type="http://schemas.openxmlformats.org/officeDocument/2006/relationships/font" Target="fonts/PTSans-regular.fntdata"/><Relationship Id="rId38" Type="http://schemas.openxmlformats.org/officeDocument/2006/relationships/font" Target="fonts/FiraSansCondensedMedium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Ex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bryant.edu/graduate/blog/top-industries-data-scientists" TargetMode="External"/><Relationship Id="rId3" Type="http://schemas.openxmlformats.org/officeDocument/2006/relationships/hyperlink" Target="https://www.google.com/search?q=what+industries+can+you+apply+data+science+to&amp;oq=what+industries+can+you+apply+data+science+to&amp;gs_lcrp=EgZjaHJvbWUyBggAEEUYOTIHCAEQABjvBTIHCAIQABjvBTIKCAMQABiiBBiJBdIBCTEwNTI5ajBqN6gCALACAA&amp;sourceid=chrome&amp;source=chrome.ob&amp;ie=UTF-8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7" name="Shape 2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8" name="Google Shape;2718;g2ef8ab08a84_0_2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9" name="Google Shape;2719;g2ef8ab08a84_0_2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4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g2f0e31abec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6" name="Google Shape;2786;g2f0e31abe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7" name="Shape 2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Google Shape;2798;g3f8a7f1c2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9" name="Google Shape;2799;g3f8a7f1c2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2" name="Shape 2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3" name="Google Shape;2803;g3f8a7f1c20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4" name="Google Shape;2804;g3f8a7f1c20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9" name="Shape 2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Google Shape;2810;g3f8a7f1c20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1" name="Google Shape;2811;g3f8a7f1c20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track a file (record its changes), type in git add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8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f8a7f1c20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f8a7f1c20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4" name="Shape 2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Google Shape;2825;g3f8a7f1c20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6" name="Google Shape;2826;g3f8a7f1c20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2" name="Google Shape;2842;g3f8a7f1c20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3" name="Google Shape;2843;g3f8a7f1c20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6" name="Shape 2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Google Shape;2847;g3f8a7f1c20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8" name="Google Shape;2848;g3f8a7f1c20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3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g3f8a7f1c20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5" name="Google Shape;2855;g3f8a7f1c20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is a platform built around Git, a version control system that helps track changes to files and coordinate work on projects among multiple people.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Version control is crucial for managing changes and maintaining a history of the project.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GitHub allows multiple people to work on a project simultaneously, providing tools for collaborative development.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GitHub is home to millions of open-source projects, fostering a community where developers can share code, contribute to projects, and learn from others.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g3f8a7f1c20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1" name="Google Shape;2861;g3f8a7f1c20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5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g3f8a7f1c20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7" name="Google Shape;2867;g3f8a7f1c20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2" name="Shape 2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Google Shape;2873;g3f8a7f1c20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4" name="Google Shape;2874;g3f8a7f1c20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9" name="Shape 2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0" name="Google Shape;2880;g3f8a7f1c20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1" name="Google Shape;2881;g3f8a7f1c20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track a file (record its changes), type in git add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Q: “A” in white? Stages → saves?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5" name="Shape 2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6" name="Google Shape;2886;g3f8a7f1c20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7" name="Google Shape;2887;g3f8a7f1c20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Google Shape;2892;g3f8a7f1c20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3" name="Google Shape;2893;g3f8a7f1c20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7" name="Shape 2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8" name="Google Shape;2898;g3f8a7f1c20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9" name="Google Shape;2899;g3f8a7f1c20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5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3ba1d6ed1c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7" name="Google Shape;2917;g3ba1d6ed1c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0" name="Shape 2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Google Shape;2921;g2f0f7b3206a_4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2" name="Google Shape;2922;g2f0f7b3206a_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BADM 211 course material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https://www.bryant.edu/graduate/blog/top-industries-data-scientists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google.com/search?q=what+industries+can+you+apply+data+science+to&amp;oq=what+industries+can+you+apply+data+science+to&amp;gs_lcrp=EgZjaHJvbWUyBggAEEUYOTIHCAEQABjvBTIHCAIQABjvBTIKCAMQABiiBBiJBdIBCTEwNTI5ajBqN6gCALACAA&amp;sourceid=chrome&amp;source=chrome.ob&amp;ie=UTF-8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9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g2f0f7b3206a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1" name="Google Shape;2931;g2f0f7b3206a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Source: BADM 211 course material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g3f8a7f1c205_0_2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7" name="Google Shape;2937;g3f8a7f1c205_0_2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g2f0c0e0961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2" name="Google Shape;2942;g2f0c0e0961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Source: BADM 211 course material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is a Python library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8" name="Shape 2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" name="Google Shape;2949;g37a8934bff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0" name="Google Shape;2950;g37a8934bff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3" name="Shape 2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Google Shape;2954;g37a8934bff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5" name="Google Shape;2955;g37a8934bff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5" name="Google Shape;55;p1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14"/>
          <p:cNvSpPr txBox="1"/>
          <p:nvPr>
            <p:ph type="ctrTitle"/>
          </p:nvPr>
        </p:nvSpPr>
        <p:spPr>
          <a:xfrm>
            <a:off x="1317600" y="1193625"/>
            <a:ext cx="6508800" cy="1724400"/>
          </a:xfrm>
          <a:prstGeom prst="rect">
            <a:avLst/>
          </a:prstGeom>
          <a:effectLst>
            <a:outerShdw blurRad="142875" rotWithShape="0" algn="bl">
              <a:schemeClr val="accent2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2298150" y="3376773"/>
            <a:ext cx="4547700" cy="30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95" name="Google Shape;95;p14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96" name="Google Shape;96;p14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" name="Google Shape;97;p14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98" name="Google Shape;98;p14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4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4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4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4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4" name="Google Shape;104;p14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05" name="Google Shape;105;p1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" name="Google Shape;110;p14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11" name="Google Shape;111;p14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" name="Google Shape;113;p14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114" name="Google Shape;114;p1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" name="Google Shape;117;p14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" name="Google Shape;120;p14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121" name="Google Shape;121;p1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" name="Google Shape;126;p14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127" name="Google Shape;127;p14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" name="Google Shape;133;p14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134" name="Google Shape;134;p1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35" name="Google Shape;135;p1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1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" name="Google Shape;145;p1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46" name="Google Shape;146;p1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1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6" name="Google Shape;156;p14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7" name="Google Shape;157;p14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" name="Google Shape;162;p14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63" name="Google Shape;163;p1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" name="Google Shape;168;p14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69" name="Google Shape;169;p14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14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" name="Google Shape;174;p1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5"/>
          <p:cNvSpPr txBox="1"/>
          <p:nvPr>
            <p:ph type="title"/>
          </p:nvPr>
        </p:nvSpPr>
        <p:spPr>
          <a:xfrm>
            <a:off x="713100" y="2405677"/>
            <a:ext cx="77178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3" name="Google Shape;213;p15"/>
          <p:cNvSpPr txBox="1"/>
          <p:nvPr>
            <p:ph idx="1" type="subTitle"/>
          </p:nvPr>
        </p:nvSpPr>
        <p:spPr>
          <a:xfrm>
            <a:off x="1858650" y="3415877"/>
            <a:ext cx="5426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4" name="Google Shape;214;p15"/>
          <p:cNvSpPr txBox="1"/>
          <p:nvPr>
            <p:ph hasCustomPrompt="1" idx="2" type="title"/>
          </p:nvPr>
        </p:nvSpPr>
        <p:spPr>
          <a:xfrm>
            <a:off x="3132448" y="1484973"/>
            <a:ext cx="28791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5" name="Google Shape;215;p15"/>
          <p:cNvSpPr/>
          <p:nvPr/>
        </p:nvSpPr>
        <p:spPr>
          <a:xfrm flipH="1" rot="10800000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6" name="Google Shape;216;p15"/>
          <p:cNvGrpSpPr/>
          <p:nvPr/>
        </p:nvGrpSpPr>
        <p:grpSpPr>
          <a:xfrm flipH="1" rot="-5400000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217" name="Google Shape;217;p1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3" name="Google Shape;223;p15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" name="Google Shape;224;p15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225" name="Google Shape;225;p1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" name="Google Shape;228;p15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0" name="Google Shape;230;p15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231" name="Google Shape;231;p15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5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6" name="Google Shape;236;p15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237" name="Google Shape;237;p1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" name="Google Shape;242;p15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243" name="Google Shape;243;p1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4" name="Google Shape;244;p1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5" name="Google Shape;255;p1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5" name="Google Shape;265;p15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7" name="Google Shape;267;p15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68" name="Google Shape;268;p1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76" name="Google Shape;276;p1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4" name="Google Shape;314;p1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5" name="Google Shape;315;p16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grpSp>
        <p:nvGrpSpPr>
          <p:cNvPr id="316" name="Google Shape;316;p16"/>
          <p:cNvGrpSpPr/>
          <p:nvPr/>
        </p:nvGrpSpPr>
        <p:grpSpPr>
          <a:xfrm flipH="1" rot="5400000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317" name="Google Shape;317;p16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6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6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6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6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6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3" name="Google Shape;323;p16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" name="Google Shape;324;p16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325" name="Google Shape;325;p16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6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6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8" name="Google Shape;328;p16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329" name="Google Shape;329;p16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330" name="Google Shape;330;p16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6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16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16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6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6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6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6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6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6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0" name="Google Shape;340;p16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41" name="Google Shape;341;p16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6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6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16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6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6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6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6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6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6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1" name="Google Shape;351;p16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55" name="Google Shape;355;p1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3" name="Google Shape;393;p17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2" type="title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17"/>
          <p:cNvSpPr txBox="1"/>
          <p:nvPr>
            <p:ph idx="1" type="subTitle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3" type="title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17"/>
          <p:cNvSpPr txBox="1"/>
          <p:nvPr>
            <p:ph idx="4" type="subTitle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8" name="Google Shape;398;p17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99" name="Google Shape;399;p17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7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7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7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7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7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7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7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7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7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17"/>
          <p:cNvGrpSpPr/>
          <p:nvPr/>
        </p:nvGrpSpPr>
        <p:grpSpPr>
          <a:xfrm flipH="1" rot="5400000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413" name="Google Shape;413;p1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7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9" name="Google Shape;419;p17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420" name="Google Shape;420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5" name="Google Shape;425;p17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426" name="Google Shape;426;p1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1" name="Google Shape;431;p17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432" name="Google Shape;432;p1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" name="Google Shape;438;p17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439" name="Google Shape;439;p1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5" name="Google Shape;445;p17"/>
          <p:cNvSpPr/>
          <p:nvPr/>
        </p:nvSpPr>
        <p:spPr>
          <a:xfrm flipH="1" rot="5400000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6" name="Google Shape;446;p17"/>
          <p:cNvGrpSpPr/>
          <p:nvPr/>
        </p:nvGrpSpPr>
        <p:grpSpPr>
          <a:xfrm flipH="1" rot="10800000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47" name="Google Shape;447;p1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55" name="Google Shape;455;p1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3" name="Google Shape;493;p18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494" name="Google Shape;494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5" name="Google Shape;495;p18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96" name="Google Shape;496;p18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8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8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0" name="Google Shape;510;p18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1" name="Google Shape;511;p18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512" name="Google Shape;512;p1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7" name="Google Shape;517;p1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518" name="Google Shape;518;p1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3" name="Google Shape;523;p18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4" name="Google Shape;524;p18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525" name="Google Shape;525;p1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1" name="Google Shape;531;p18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32" name="Google Shape;532;p1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39" name="Google Shape;539;p1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7" name="Google Shape;577;p19"/>
          <p:cNvSpPr txBox="1"/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78" name="Google Shape;578;p19"/>
          <p:cNvSpPr txBox="1"/>
          <p:nvPr>
            <p:ph idx="1" type="subTitle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9" name="Google Shape;579;p1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9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1" name="Google Shape;581;p19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82" name="Google Shape;582;p19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9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9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9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9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9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8" name="Google Shape;588;p19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89" name="Google Shape;589;p1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4" name="Google Shape;594;p19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9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6" name="Google Shape;596;p19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97" name="Google Shape;597;p19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9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9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9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9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9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9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9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9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9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9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9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9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9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1" name="Google Shape;611;p19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2" name="Google Shape;612;p19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613" name="Google Shape;613;p19"/>
            <p:cNvSpPr/>
            <p:nvPr/>
          </p:nvSpPr>
          <p:spPr>
            <a:xfrm flipH="1" rot="10800000">
              <a:off x="8184816" y="4723543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9"/>
            <p:cNvSpPr/>
            <p:nvPr/>
          </p:nvSpPr>
          <p:spPr>
            <a:xfrm flipH="1" rot="10800000">
              <a:off x="8085946" y="4828583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9"/>
            <p:cNvSpPr/>
            <p:nvPr/>
          </p:nvSpPr>
          <p:spPr>
            <a:xfrm flipH="1" rot="10800000">
              <a:off x="8110687" y="4853293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6" name="Google Shape;616;p19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7" name="Google Shape;617;p19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618" name="Google Shape;618;p1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3" name="Google Shape;623;p19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624" name="Google Shape;624;p1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31" name="Google Shape;631;p2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9" name="Google Shape;669;p20"/>
          <p:cNvSpPr txBox="1"/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70" name="Google Shape;670;p20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1" name="Google Shape;671;p20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72" name="Google Shape;672;p20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0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4" name="Google Shape;674;p20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75" name="Google Shape;675;p2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8" name="Google Shape;678;p20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9" name="Google Shape;679;p20"/>
          <p:cNvGrpSpPr/>
          <p:nvPr/>
        </p:nvGrpSpPr>
        <p:grpSpPr>
          <a:xfrm flipH="1" rot="-5400000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80" name="Google Shape;680;p2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0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6" name="Google Shape;686;p20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0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0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9" name="Google Shape;689;p20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90" name="Google Shape;690;p20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0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5" name="Google Shape;695;p20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96" name="Google Shape;696;p20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0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1" name="Google Shape;701;p20"/>
          <p:cNvSpPr/>
          <p:nvPr/>
        </p:nvSpPr>
        <p:spPr>
          <a:xfrm flipH="1" rot="-5400000">
            <a:off x="1059557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2" name="Google Shape;702;p20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703" name="Google Shape;703;p20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0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0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0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0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0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9" name="Google Shape;709;p20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710" name="Google Shape;710;p20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0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0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0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0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6" name="Google Shape;716;p20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717" name="Google Shape;717;p2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0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4" name="Google Shape;724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25" name="Google Shape;725;p2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3" name="Google Shape;763;p21"/>
          <p:cNvSpPr txBox="1"/>
          <p:nvPr>
            <p:ph idx="1" type="subTitle"/>
          </p:nvPr>
        </p:nvSpPr>
        <p:spPr>
          <a:xfrm>
            <a:off x="2399850" y="2366051"/>
            <a:ext cx="4344300" cy="10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4" name="Google Shape;764;p21"/>
          <p:cNvSpPr txBox="1"/>
          <p:nvPr>
            <p:ph type="title"/>
          </p:nvPr>
        </p:nvSpPr>
        <p:spPr>
          <a:xfrm>
            <a:off x="2399850" y="1723050"/>
            <a:ext cx="43443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65" name="Google Shape;765;p2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6" name="Google Shape;766;p21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67" name="Google Shape;767;p2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3" name="Google Shape;773;p21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1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6" name="Google Shape;776;p21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77" name="Google Shape;777;p21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1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9" name="Google Shape;779;p21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80" name="Google Shape;780;p2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5" name="Google Shape;785;p21"/>
          <p:cNvGrpSpPr/>
          <p:nvPr/>
        </p:nvGrpSpPr>
        <p:grpSpPr>
          <a:xfrm flipH="1" rot="10800000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86" name="Google Shape;786;p2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1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1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1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2" name="Google Shape;792;p21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93" name="Google Shape;793;p2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6" name="Google Shape;796;p21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97" name="Google Shape;797;p2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98" name="Google Shape;798;p2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2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2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2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2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2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2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2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2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08" name="Google Shape;808;p2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09" name="Google Shape;809;p2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2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2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2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2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2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2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2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2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2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19" name="Google Shape;819;p21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820" name="Google Shape;820;p2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22"/>
          <p:cNvSpPr txBox="1"/>
          <p:nvPr>
            <p:ph idx="1" type="body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>
                <a:latin typeface="Exo"/>
                <a:ea typeface="Exo"/>
                <a:cs typeface="Exo"/>
                <a:sym typeface="Exo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8" name="Google Shape;828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829" name="Google Shape;829;p2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7" name="Google Shape;867;p23"/>
          <p:cNvSpPr txBox="1"/>
          <p:nvPr>
            <p:ph hasCustomPrompt="1" type="title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68" name="Google Shape;868;p23"/>
          <p:cNvSpPr txBox="1"/>
          <p:nvPr>
            <p:ph idx="1" type="subTitle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23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0" name="Google Shape;870;p23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71" name="Google Shape;871;p2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6" name="Google Shape;876;p23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77" name="Google Shape;877;p2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2" name="Google Shape;882;p23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23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4" name="Google Shape;884;p23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85" name="Google Shape;885;p2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8" name="Google Shape;888;p23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89" name="Google Shape;889;p2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3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3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3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5" name="Google Shape;895;p23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3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23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23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3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0" name="Google Shape;900;p23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901" name="Google Shape;901;p2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6" name="Google Shape;906;p23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907" name="Google Shape;907;p2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3" name="Google Shape;913;p23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914" name="Google Shape;914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15" name="Google Shape;915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25" name="Google Shape;925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26" name="Google Shape;926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36" name="Google Shape;936;p23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937" name="Google Shape;937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1" name="Google Shape;951;p23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52" name="Google Shape;952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53" name="Google Shape;953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64" name="Google Shape;964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6" name="Google Shape;976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77" name="Google Shape;977;p2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2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2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2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2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2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2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5" name="Google Shape;1015;p2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016" name="Google Shape;1016;p25"/>
          <p:cNvSpPr txBox="1"/>
          <p:nvPr>
            <p:ph idx="2" type="title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7" name="Google Shape;1017;p25"/>
          <p:cNvSpPr txBox="1"/>
          <p:nvPr>
            <p:ph idx="1" type="subTitle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8" name="Google Shape;1018;p25"/>
          <p:cNvSpPr txBox="1"/>
          <p:nvPr>
            <p:ph hasCustomPrompt="1" idx="3" type="title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9" name="Google Shape;1019;p25"/>
          <p:cNvSpPr txBox="1"/>
          <p:nvPr>
            <p:ph idx="4" type="title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0" name="Google Shape;1020;p25"/>
          <p:cNvSpPr txBox="1"/>
          <p:nvPr>
            <p:ph idx="5" type="subTitle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1" name="Google Shape;1021;p25"/>
          <p:cNvSpPr txBox="1"/>
          <p:nvPr>
            <p:ph hasCustomPrompt="1" idx="6" type="title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2" name="Google Shape;1022;p25"/>
          <p:cNvSpPr txBox="1"/>
          <p:nvPr>
            <p:ph idx="7" type="title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3" name="Google Shape;1023;p25"/>
          <p:cNvSpPr txBox="1"/>
          <p:nvPr>
            <p:ph idx="8" type="subTitle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4" name="Google Shape;1024;p25"/>
          <p:cNvSpPr txBox="1"/>
          <p:nvPr>
            <p:ph hasCustomPrompt="1" idx="9" type="title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5" name="Google Shape;1025;p25"/>
          <p:cNvSpPr txBox="1"/>
          <p:nvPr>
            <p:ph idx="13" type="title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6" name="Google Shape;1026;p25"/>
          <p:cNvSpPr txBox="1"/>
          <p:nvPr>
            <p:ph idx="14" type="subTitle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7" name="Google Shape;1027;p25"/>
          <p:cNvSpPr txBox="1"/>
          <p:nvPr>
            <p:ph hasCustomPrompt="1" idx="15" type="title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8" name="Google Shape;1028;p25"/>
          <p:cNvSpPr txBox="1"/>
          <p:nvPr>
            <p:ph idx="16" type="title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9" name="Google Shape;1029;p25"/>
          <p:cNvSpPr txBox="1"/>
          <p:nvPr>
            <p:ph idx="17" type="subTitle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0" name="Google Shape;1030;p25"/>
          <p:cNvSpPr txBox="1"/>
          <p:nvPr>
            <p:ph hasCustomPrompt="1" idx="18" type="title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1" name="Google Shape;1031;p25"/>
          <p:cNvSpPr txBox="1"/>
          <p:nvPr>
            <p:ph idx="19" type="title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2" name="Google Shape;1032;p25"/>
          <p:cNvSpPr txBox="1"/>
          <p:nvPr>
            <p:ph idx="20" type="subTitle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3" name="Google Shape;1033;p25"/>
          <p:cNvSpPr txBox="1"/>
          <p:nvPr>
            <p:ph hasCustomPrompt="1" idx="21" type="title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034" name="Google Shape;1034;p25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1035" name="Google Shape;1035;p2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2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2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0" name="Google Shape;1040;p25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1" name="Google Shape;1041;p25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1042" name="Google Shape;1042;p2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8" name="Google Shape;1048;p25"/>
          <p:cNvSpPr/>
          <p:nvPr/>
        </p:nvSpPr>
        <p:spPr>
          <a:xfrm flipH="1" rot="5400000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9" name="Google Shape;1049;p25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50" name="Google Shape;1050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51" name="Google Shape;1051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1" name="Google Shape;1061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62" name="Google Shape;1062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72" name="Google Shape;1072;p25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73" name="Google Shape;10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74" name="Google Shape;10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84" name="Google Shape;10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85" name="Google Shape;10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95" name="Google Shape;1095;p25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96" name="Google Shape;1096;p2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2" name="Google Shape;1102;p25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103" name="Google Shape;1103;p25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5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5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25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25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3"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9" name="Google Shape;1109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10" name="Google Shape;1110;p2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2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2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2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2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2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8" name="Google Shape;1148;p26"/>
          <p:cNvSpPr txBox="1"/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49" name="Google Shape;1149;p26"/>
          <p:cNvSpPr txBox="1"/>
          <p:nvPr>
            <p:ph idx="1" type="subTitle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50" name="Google Shape;1150;p26"/>
          <p:cNvSpPr/>
          <p:nvPr/>
        </p:nvSpPr>
        <p:spPr>
          <a:xfrm flipH="1" rot="-5400000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1" name="Google Shape;1151;p26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52" name="Google Shape;1152;p26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6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6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6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6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6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8" name="Google Shape;1158;p26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9" name="Google Shape;1159;p26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60" name="Google Shape;1160;p26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6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6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3" name="Google Shape;1163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26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5" name="Google Shape;1165;p26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66" name="Google Shape;1166;p26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1" name="Google Shape;1171;p26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72" name="Google Shape;1172;p2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7" name="Google Shape;1177;p26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78" name="Google Shape;1178;p2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3" name="Google Shape;1183;p26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84" name="Google Shape;1184;p26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6" name="Google Shape;1186;p26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87" name="Google Shape;1187;p2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2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2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2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2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BLANK_4"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4" name="Google Shape;1194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95" name="Google Shape;1195;p2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2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2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2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2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2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2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2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3" name="Google Shape;1233;p27"/>
          <p:cNvSpPr txBox="1"/>
          <p:nvPr>
            <p:ph type="title"/>
          </p:nvPr>
        </p:nvSpPr>
        <p:spPr>
          <a:xfrm>
            <a:off x="864525" y="2405675"/>
            <a:ext cx="75663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34" name="Google Shape;1234;p27"/>
          <p:cNvSpPr txBox="1"/>
          <p:nvPr>
            <p:ph idx="1" type="subTitle"/>
          </p:nvPr>
        </p:nvSpPr>
        <p:spPr>
          <a:xfrm>
            <a:off x="864525" y="3440475"/>
            <a:ext cx="4644000" cy="34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35" name="Google Shape;1235;p27"/>
          <p:cNvSpPr txBox="1"/>
          <p:nvPr>
            <p:ph hasCustomPrompt="1" idx="2" type="title"/>
          </p:nvPr>
        </p:nvSpPr>
        <p:spPr>
          <a:xfrm>
            <a:off x="864525" y="1484975"/>
            <a:ext cx="21303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236" name="Google Shape;1236;p27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237" name="Google Shape;1237;p2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2" name="Google Shape;1242;p27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27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27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7"/>
          <p:cNvSpPr/>
          <p:nvPr/>
        </p:nvSpPr>
        <p:spPr>
          <a:xfrm flipH="1" rot="10800000">
            <a:off x="2891470" y="4842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7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7" name="Google Shape;1247;p27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48" name="Google Shape;1248;p2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2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3" name="Google Shape;1253;p27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54" name="Google Shape;1254;p2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9" name="Google Shape;1259;p27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60" name="Google Shape;1260;p27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7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7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7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7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5" name="Google Shape;1265;p27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66" name="Google Shape;1266;p27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7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BLANK_8"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9" name="Google Shape;1269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70" name="Google Shape;1270;p2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8" name="Google Shape;1308;p28"/>
          <p:cNvSpPr txBox="1"/>
          <p:nvPr>
            <p:ph type="title"/>
          </p:nvPr>
        </p:nvSpPr>
        <p:spPr>
          <a:xfrm>
            <a:off x="713100" y="2405675"/>
            <a:ext cx="7583400" cy="8418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09" name="Google Shape;1309;p28"/>
          <p:cNvSpPr txBox="1"/>
          <p:nvPr>
            <p:ph idx="1" type="subTitle"/>
          </p:nvPr>
        </p:nvSpPr>
        <p:spPr>
          <a:xfrm>
            <a:off x="3567000" y="3415875"/>
            <a:ext cx="4729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0" name="Google Shape;1310;p28"/>
          <p:cNvSpPr txBox="1"/>
          <p:nvPr>
            <p:ph hasCustomPrompt="1" idx="2" type="title"/>
          </p:nvPr>
        </p:nvSpPr>
        <p:spPr>
          <a:xfrm>
            <a:off x="5961000" y="1484975"/>
            <a:ext cx="2335500" cy="920700"/>
          </a:xfrm>
          <a:prstGeom prst="rect">
            <a:avLst/>
          </a:prstGeom>
          <a:effectLst>
            <a:outerShdw blurRad="57150" rotWithShape="0" algn="bl">
              <a:schemeClr val="accent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1" name="Google Shape;1311;p28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8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13" name="Google Shape;1313;p28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314" name="Google Shape;1314;p28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8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8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8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8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0" name="Google Shape;1320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321" name="Google Shape;1321;p2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6" name="Google Shape;1326;p28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327" name="Google Shape;1327;p28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8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9" name="Google Shape;1329;p28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0" name="Google Shape;1330;p28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331" name="Google Shape;1331;p28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8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8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8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8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8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37" name="Google Shape;1337;p28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338" name="Google Shape;1338;p28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8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0" name="Google Shape;1340;p28"/>
          <p:cNvSpPr/>
          <p:nvPr/>
        </p:nvSpPr>
        <p:spPr>
          <a:xfrm flipH="1" rot="10800000">
            <a:off x="2358070" y="47660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2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2" name="Google Shape;1342;p28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343" name="Google Shape;1343;p2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BLANK_9"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9" name="Google Shape;1349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50" name="Google Shape;1350;p2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2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2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2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8" name="Google Shape;1388;p29"/>
          <p:cNvSpPr txBox="1"/>
          <p:nvPr>
            <p:ph type="title"/>
          </p:nvPr>
        </p:nvSpPr>
        <p:spPr>
          <a:xfrm>
            <a:off x="713100" y="1723050"/>
            <a:ext cx="4401600" cy="572700"/>
          </a:xfrm>
          <a:prstGeom prst="rect">
            <a:avLst/>
          </a:prstGeom>
          <a:effectLst>
            <a:outerShdw blurRad="157163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389" name="Google Shape;1389;p29"/>
          <p:cNvSpPr txBox="1"/>
          <p:nvPr>
            <p:ph idx="1" type="subTitle"/>
          </p:nvPr>
        </p:nvSpPr>
        <p:spPr>
          <a:xfrm>
            <a:off x="713100" y="2366050"/>
            <a:ext cx="4401600" cy="106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90" name="Google Shape;1390;p29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91" name="Google Shape;1391;p29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2" name="Google Shape;1392;p29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93" name="Google Shape;1393;p2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2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2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2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2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2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99" name="Google Shape;1399;p29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400" name="Google Shape;1400;p2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2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5" name="Google Shape;1405;p29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6" name="Google Shape;1406;p29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407" name="Google Shape;1407;p29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9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9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9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9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9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9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9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9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9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9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9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9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9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1" name="Google Shape;1421;p29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29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3" name="Google Shape;1423;p29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424" name="Google Shape;1424;p2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9" name="Google Shape;1429;p29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430" name="Google Shape;1430;p2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2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2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2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BLANK_16"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6" name="Google Shape;1436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37" name="Google Shape;1437;p3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3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3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3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3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3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3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3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3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3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3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3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3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3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3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3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3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3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3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3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3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3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3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3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3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3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3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5" name="Google Shape;1475;p30"/>
          <p:cNvSpPr txBox="1"/>
          <p:nvPr>
            <p:ph type="title"/>
          </p:nvPr>
        </p:nvSpPr>
        <p:spPr>
          <a:xfrm>
            <a:off x="865500" y="1323677"/>
            <a:ext cx="41661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476" name="Google Shape;1476;p30"/>
          <p:cNvSpPr txBox="1"/>
          <p:nvPr>
            <p:ph idx="1" type="subTitle"/>
          </p:nvPr>
        </p:nvSpPr>
        <p:spPr>
          <a:xfrm>
            <a:off x="865500" y="1966252"/>
            <a:ext cx="4166100" cy="19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477" name="Google Shape;1477;p30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78" name="Google Shape;1478;p30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0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0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0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0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0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4" name="Google Shape;1484;p30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85" name="Google Shape;1485;p30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0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0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0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0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0" name="Google Shape;1490;p30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91" name="Google Shape;1491;p3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6" name="Google Shape;1496;p30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30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30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9" name="Google Shape;1499;p30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500" name="Google Shape;1500;p30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0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0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0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0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5" name="Google Shape;1505;p30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506" name="Google Shape;1506;p30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07" name="Google Shape;1507;p30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508" name="Google Shape;1508;p30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509" name="Google Shape;1509;p30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0" name="Google Shape;1510;p30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1" name="Google Shape;1511;p30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2" name="Google Shape;1512;p30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3" name="Google Shape;1513;p30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4" name="Google Shape;1514;p30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5" name="Google Shape;1515;p30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6" name="Google Shape;1516;p30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7" name="Google Shape;1517;p30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8" name="Google Shape;1518;p30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19" name="Google Shape;1519;p30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520" name="Google Shape;1520;p30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1" name="Google Shape;1521;p30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2" name="Google Shape;1522;p30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3" name="Google Shape;1523;p30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4" name="Google Shape;1524;p30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5" name="Google Shape;1525;p30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6" name="Google Shape;1526;p30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7" name="Google Shape;1527;p30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8" name="Google Shape;1528;p30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9" name="Google Shape;1529;p30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1530" name="Google Shape;1530;p30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531" name="Google Shape;1531;p30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0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BLANK_10">
    <p:spTree>
      <p:nvGrpSpPr>
        <p:cNvPr id="1536" name="Shape 1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7" name="Google Shape;1537;p3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38" name="Google Shape;1538;p3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3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3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3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3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3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3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3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3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3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3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3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3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3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3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3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3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3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3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3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3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3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3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3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3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3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3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3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3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3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3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3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3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3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6" name="Google Shape;1576;p31"/>
          <p:cNvSpPr txBox="1"/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77" name="Google Shape;1577;p31"/>
          <p:cNvSpPr txBox="1"/>
          <p:nvPr>
            <p:ph idx="1" type="subTitle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8" name="Google Shape;1578;p31"/>
          <p:cNvSpPr txBox="1"/>
          <p:nvPr>
            <p:ph idx="2" type="title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79" name="Google Shape;1579;p31"/>
          <p:cNvSpPr txBox="1"/>
          <p:nvPr>
            <p:ph idx="3" type="subTitle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80" name="Google Shape;1580;p31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81" name="Google Shape;1581;p31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82" name="Google Shape;1582;p31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83" name="Google Shape;1583;p3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3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3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3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3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3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89" name="Google Shape;1589;p31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90" name="Google Shape;1590;p3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3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3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3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3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5" name="Google Shape;1595;p31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96" name="Google Shape;1596;p3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3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3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3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3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1" name="Google Shape;1601;p31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31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1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31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5" name="Google Shape;1605;p31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606" name="Google Shape;1606;p31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31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1" name="Google Shape;1611;p31"/>
          <p:cNvSpPr txBox="1"/>
          <p:nvPr>
            <p:ph idx="4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BLANK_17"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3" name="Google Shape;1613;p3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14" name="Google Shape;1614;p32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32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32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32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32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32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32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32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32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32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32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32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32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32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32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32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32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2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2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2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2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2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2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2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2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2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2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2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2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2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2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2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2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2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32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32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2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2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2" name="Google Shape;1652;p32"/>
          <p:cNvSpPr txBox="1"/>
          <p:nvPr>
            <p:ph idx="1" type="subTitle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53" name="Google Shape;1653;p32"/>
          <p:cNvSpPr txBox="1"/>
          <p:nvPr>
            <p:ph idx="2" type="subTitle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654" name="Google Shape;1654;p32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55" name="Google Shape;1655;p32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56" name="Google Shape;1656;p32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57" name="Google Shape;1657;p3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3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3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3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3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63" name="Google Shape;1663;p32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64" name="Google Shape;1664;p3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3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3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3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3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9" name="Google Shape;1669;p32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70" name="Google Shape;1670;p32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32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32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32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32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5" name="Google Shape;1675;p32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76" name="Google Shape;1676;p32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32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32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9" name="Google Shape;1679;p32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0" name="Google Shape;1680;p32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81" name="Google Shape;1681;p32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32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32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32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32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6" name="Google Shape;1686;p32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87" name="Google Shape;1687;p3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3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3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3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3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3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3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3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3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3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3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3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1" name="Google Shape;1701;p32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rotWithShape="0" algn="bl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5"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3" name="Google Shape;1703;p3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04" name="Google Shape;1704;p33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33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33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33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33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3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3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3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3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3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3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3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3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3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3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3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3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3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3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3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3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3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3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3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3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3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3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3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3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3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3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3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3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3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3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3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3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3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2" name="Google Shape;1742;p3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743" name="Google Shape;1743;p33"/>
          <p:cNvSpPr txBox="1"/>
          <p:nvPr>
            <p:ph idx="2" type="title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4" name="Google Shape;1744;p33"/>
          <p:cNvSpPr txBox="1"/>
          <p:nvPr>
            <p:ph idx="1" type="subTitle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5" name="Google Shape;1745;p33"/>
          <p:cNvSpPr txBox="1"/>
          <p:nvPr>
            <p:ph idx="3" type="title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6" name="Google Shape;1746;p33"/>
          <p:cNvSpPr txBox="1"/>
          <p:nvPr>
            <p:ph idx="4" type="subTitle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7" name="Google Shape;1747;p33"/>
          <p:cNvSpPr txBox="1"/>
          <p:nvPr>
            <p:ph idx="5" type="title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48" name="Google Shape;1748;p33"/>
          <p:cNvSpPr txBox="1"/>
          <p:nvPr>
            <p:ph idx="6" type="subTitle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49" name="Google Shape;1749;p33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50" name="Google Shape;1750;p33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51" name="Google Shape;1751;p33"/>
            <p:cNvGrpSpPr/>
            <p:nvPr/>
          </p:nvGrpSpPr>
          <p:grpSpPr>
            <a:xfrm flipH="1" rot="5400000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52" name="Google Shape;1752;p33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33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33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33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33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33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58" name="Google Shape;1758;p33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59" name="Google Shape;1759;p3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3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3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3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3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4" name="Google Shape;1764;p33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5" name="Google Shape;1765;p33"/>
          <p:cNvGrpSpPr/>
          <p:nvPr/>
        </p:nvGrpSpPr>
        <p:grpSpPr>
          <a:xfrm flipH="1" rot="-5400000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66" name="Google Shape;1766;p3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33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33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3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3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33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2" name="Google Shape;1772;p33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73" name="Google Shape;1773;p33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33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33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33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33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8" name="Google Shape;1778;p33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79" name="Google Shape;1779;p3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3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3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3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3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3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6"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6" name="Google Shape;1786;p3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87" name="Google Shape;1787;p3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3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3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3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3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3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3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3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3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3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3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3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3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3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3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3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3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3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3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3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3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3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3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3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3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3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3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3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3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3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3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3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3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3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3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3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3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3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5" name="Google Shape;1825;p34"/>
          <p:cNvSpPr txBox="1"/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26" name="Google Shape;1826;p34"/>
          <p:cNvSpPr txBox="1"/>
          <p:nvPr>
            <p:ph idx="1" type="subTitle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7" name="Google Shape;1827;p34"/>
          <p:cNvSpPr txBox="1"/>
          <p:nvPr>
            <p:ph idx="2" type="title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28" name="Google Shape;1828;p34"/>
          <p:cNvSpPr txBox="1"/>
          <p:nvPr>
            <p:ph idx="3" type="subTitle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9" name="Google Shape;1829;p34"/>
          <p:cNvSpPr txBox="1"/>
          <p:nvPr>
            <p:ph idx="4" type="title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30" name="Google Shape;1830;p34"/>
          <p:cNvSpPr txBox="1"/>
          <p:nvPr>
            <p:ph idx="5" type="subTitle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1" name="Google Shape;1831;p34"/>
          <p:cNvSpPr txBox="1"/>
          <p:nvPr>
            <p:ph idx="6" type="title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32" name="Google Shape;1832;p34"/>
          <p:cNvSpPr txBox="1"/>
          <p:nvPr>
            <p:ph idx="7" type="subTitle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3" name="Google Shape;1833;p34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4" name="Google Shape;1834;p34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835" name="Google Shape;1835;p3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3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3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3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3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0" name="Google Shape;1840;p34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841" name="Google Shape;1841;p3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3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3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3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3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6" name="Google Shape;1846;p34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47" name="Google Shape;1847;p3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3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3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0" name="Google Shape;1850;p34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1" name="Google Shape;1851;p34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52" name="Google Shape;1852;p3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3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3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3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3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7" name="Google Shape;1857;p3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58" name="Google Shape;1858;p34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59" name="Google Shape;1859;p3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3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3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3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3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3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3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3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3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3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3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3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3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3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3" name="Google Shape;1873;p34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74" name="Google Shape;1874;p34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5" name="Google Shape;1875;p34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76" name="Google Shape;1876;p3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77" name="Google Shape;1877;p3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8" name="Google Shape;1878;p3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9" name="Google Shape;1879;p3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0" name="Google Shape;1880;p3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1" name="Google Shape;1881;p3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2" name="Google Shape;1882;p3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3" name="Google Shape;1883;p3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4" name="Google Shape;1884;p3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5" name="Google Shape;1885;p3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6" name="Google Shape;1886;p3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87" name="Google Shape;1887;p3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88" name="Google Shape;1888;p3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9" name="Google Shape;1889;p3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0" name="Google Shape;1890;p3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1" name="Google Shape;1891;p3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2" name="Google Shape;1892;p3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3" name="Google Shape;1893;p3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4" name="Google Shape;1894;p3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5" name="Google Shape;1895;p3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6" name="Google Shape;1896;p3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7" name="Google Shape;1897;p3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898" name="Google Shape;1898;p34"/>
          <p:cNvSpPr txBox="1"/>
          <p:nvPr>
            <p:ph idx="8"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7"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0" name="Google Shape;1900;p3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01" name="Google Shape;1901;p35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35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35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35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35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35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35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35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35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35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35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5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5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35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35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5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5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35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35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35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35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35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35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35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35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35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35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35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35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35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35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35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35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35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35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5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5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5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9" name="Google Shape;1939;p3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40" name="Google Shape;1940;p35"/>
          <p:cNvSpPr txBox="1"/>
          <p:nvPr>
            <p:ph idx="2" type="title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41" name="Google Shape;1941;p35"/>
          <p:cNvSpPr txBox="1"/>
          <p:nvPr>
            <p:ph idx="1" type="subTitle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2" name="Google Shape;1942;p35"/>
          <p:cNvSpPr txBox="1"/>
          <p:nvPr>
            <p:ph idx="3" type="title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43" name="Google Shape;1943;p35"/>
          <p:cNvSpPr txBox="1"/>
          <p:nvPr>
            <p:ph idx="4" type="subTitle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4" name="Google Shape;1944;p35"/>
          <p:cNvSpPr txBox="1"/>
          <p:nvPr>
            <p:ph idx="5" type="title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45" name="Google Shape;1945;p35"/>
          <p:cNvSpPr txBox="1"/>
          <p:nvPr>
            <p:ph idx="6" type="subTitle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6" name="Google Shape;1946;p35"/>
          <p:cNvSpPr txBox="1"/>
          <p:nvPr>
            <p:ph idx="7" type="title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47" name="Google Shape;1947;p35"/>
          <p:cNvSpPr txBox="1"/>
          <p:nvPr>
            <p:ph idx="8" type="subTitle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8" name="Google Shape;1948;p35"/>
          <p:cNvSpPr txBox="1"/>
          <p:nvPr>
            <p:ph idx="9" type="title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49" name="Google Shape;1949;p35"/>
          <p:cNvSpPr txBox="1"/>
          <p:nvPr>
            <p:ph idx="13" type="subTitle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0" name="Google Shape;1950;p35"/>
          <p:cNvSpPr txBox="1"/>
          <p:nvPr>
            <p:ph idx="14" type="title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51" name="Google Shape;1951;p35"/>
          <p:cNvSpPr txBox="1"/>
          <p:nvPr>
            <p:ph idx="15" type="subTitle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2" name="Google Shape;1952;p35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3" name="Google Shape;1953;p35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54" name="Google Shape;1954;p35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35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35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35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35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35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0" name="Google Shape;1960;p35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61" name="Google Shape;1961;p3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62" name="Google Shape;1962;p3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3" name="Google Shape;1963;p3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4" name="Google Shape;1964;p3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5" name="Google Shape;1965;p3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6" name="Google Shape;1966;p3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7" name="Google Shape;1967;p3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8" name="Google Shape;1968;p3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9" name="Google Shape;1969;p3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0" name="Google Shape;1970;p3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1" name="Google Shape;1971;p3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72" name="Google Shape;1972;p3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73" name="Google Shape;1973;p3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4" name="Google Shape;1974;p3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5" name="Google Shape;1975;p3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6" name="Google Shape;1976;p3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7" name="Google Shape;1977;p3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3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3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3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3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3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83" name="Google Shape;1983;p35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35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5" name="Google Shape;1985;p35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86" name="Google Shape;1986;p3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3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3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3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3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1" name="Google Shape;1991;p35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92" name="Google Shape;1992;p35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35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35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35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35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7" name="Google Shape;1997;p35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98" name="Google Shape;1998;p35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35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35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1" name="Google Shape;2001;p35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2" name="Google Shape;2002;p35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2003" name="Google Shape;2003;p35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35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35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35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35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8" name="Google Shape;2008;p35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2009" name="Google Shape;2009;p3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3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3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3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3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3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3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3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3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3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3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3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3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3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5"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4" name="Google Shape;2024;p3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025" name="Google Shape;2025;p36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36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36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36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36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36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36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36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36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36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36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36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36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36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36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36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36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36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36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36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36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36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36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36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36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36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36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36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36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36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36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36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36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36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36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36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36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36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3" name="Google Shape;2063;p36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64" name="Google Shape;2064;p3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3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3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9" name="Google Shape;2069;p36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70" name="Google Shape;2070;p36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5" name="Google Shape;2075;p36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76" name="Google Shape;2076;p36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8" name="Google Shape;2078;p36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9" name="Google Shape;2079;p36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80" name="Google Shape;2080;p36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81" name="Google Shape;2081;p36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82" name="Google Shape;2082;p36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83" name="Google Shape;2083;p36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4" name="Google Shape;2084;p36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5" name="Google Shape;2085;p36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6" name="Google Shape;2086;p36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7" name="Google Shape;2087;p36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8" name="Google Shape;2088;p36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9" name="Google Shape;2089;p36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0" name="Google Shape;2090;p36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1" name="Google Shape;2091;p36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2" name="Google Shape;2092;p36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93" name="Google Shape;2093;p36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94" name="Google Shape;2094;p36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5" name="Google Shape;2095;p36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6" name="Google Shape;2096;p36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7" name="Google Shape;2097;p36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8" name="Google Shape;2098;p36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9" name="Google Shape;2099;p36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0" name="Google Shape;2100;p36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1" name="Google Shape;2101;p36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2" name="Google Shape;2102;p36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3" name="Google Shape;2103;p36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2104" name="Google Shape;2104;p36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5" name="Google Shape;2105;p36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106" name="Google Shape;2106;p36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1" name="Google Shape;2111;p36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112" name="Google Shape;2112;p36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36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8" name="Google Shape;2118;p36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119" name="Google Shape;2119;p36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20" name="Google Shape;2120;p36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1" name="Google Shape;2121;p36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2" name="Google Shape;2122;p36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36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4" name="Google Shape;2124;p36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5" name="Google Shape;2125;p36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6" name="Google Shape;2126;p36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7" name="Google Shape;2127;p36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8" name="Google Shape;2128;p36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9" name="Google Shape;2129;p36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30" name="Google Shape;2130;p36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31" name="Google Shape;2131;p36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2" name="Google Shape;2132;p36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3" name="Google Shape;2133;p36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4" name="Google Shape;2134;p36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36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36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36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36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36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36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41" name="Google Shape;2141;p36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142" name="Google Shape;2142;p3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3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3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3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3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3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3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3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3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3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3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3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3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3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6" name="Google Shape;2156;p3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4"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8" name="Google Shape;2158;p3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59" name="Google Shape;2159;p37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37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37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37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37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37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7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7" name="Google Shape;2197;p37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8" name="Google Shape;2198;p37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99" name="Google Shape;2199;p3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3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3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4" name="Google Shape;2204;p37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205" name="Google Shape;2205;p37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7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37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37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37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7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1" name="Google Shape;2211;p37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212" name="Google Shape;2212;p37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7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7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7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7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7" name="Google Shape;2217;p37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218" name="Google Shape;2218;p3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219" name="Google Shape;2219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0" name="Google Shape;2220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1" name="Google Shape;2221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2" name="Google Shape;2222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3" name="Google Shape;2223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4" name="Google Shape;2224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5" name="Google Shape;2225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6" name="Google Shape;2226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8" name="Google Shape;2228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29" name="Google Shape;2229;p3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230" name="Google Shape;2230;p3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1" name="Google Shape;2231;p3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2" name="Google Shape;2232;p3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3" name="Google Shape;2233;p3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4" name="Google Shape;2234;p3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5" name="Google Shape;2235;p3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6" name="Google Shape;2236;p3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7" name="Google Shape;2237;p3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8" name="Google Shape;2238;p3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9" name="Google Shape;2239;p3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40" name="Google Shape;2240;p37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37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42" name="Google Shape;2242;p37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243" name="Google Shape;2243;p37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7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7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7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37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37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9" name="Google Shape;2249;p37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50" name="Google Shape;2250;p3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3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3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3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3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3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3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4" name="Google Shape;2264;p37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rotWithShape="0" algn="bl">
              <a:schemeClr val="accent2">
                <a:alpha val="4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1"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6" name="Google Shape;2266;p3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67" name="Google Shape;2267;p38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38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38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38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38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38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38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38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38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38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38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38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38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38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38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38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38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38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38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38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38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38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38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38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38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38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38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38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38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38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38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38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38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38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38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38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38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38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5" name="Google Shape;2305;p38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06" name="Google Shape;2306;p38"/>
          <p:cNvSpPr txBox="1"/>
          <p:nvPr>
            <p:ph idx="2" type="title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07" name="Google Shape;2307;p38"/>
          <p:cNvSpPr txBox="1"/>
          <p:nvPr>
            <p:ph idx="1" type="subTitle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8" name="Google Shape;2308;p38"/>
          <p:cNvSpPr txBox="1"/>
          <p:nvPr>
            <p:ph hasCustomPrompt="1" idx="3" type="title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09" name="Google Shape;2309;p38"/>
          <p:cNvSpPr txBox="1"/>
          <p:nvPr>
            <p:ph idx="4" type="title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0" name="Google Shape;2310;p38"/>
          <p:cNvSpPr txBox="1"/>
          <p:nvPr>
            <p:ph idx="5" type="subTitle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1" name="Google Shape;2311;p38"/>
          <p:cNvSpPr txBox="1"/>
          <p:nvPr>
            <p:ph hasCustomPrompt="1" idx="6" type="title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12" name="Google Shape;2312;p38"/>
          <p:cNvSpPr txBox="1"/>
          <p:nvPr>
            <p:ph idx="7" type="title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13" name="Google Shape;2313;p38"/>
          <p:cNvSpPr txBox="1"/>
          <p:nvPr>
            <p:ph idx="8" type="subTitle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4" name="Google Shape;2314;p38"/>
          <p:cNvSpPr txBox="1"/>
          <p:nvPr>
            <p:ph hasCustomPrompt="1" idx="9" type="title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315" name="Google Shape;2315;p38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316" name="Google Shape;2316;p3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17" name="Google Shape;2317;p38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318" name="Google Shape;2318;p38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38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0" name="Google Shape;2320;p38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1" name="Google Shape;2321;p38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2" name="Google Shape;2322;p38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3" name="Google Shape;2323;p38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24" name="Google Shape;2324;p38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325" name="Google Shape;2325;p3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3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3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3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3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0" name="Google Shape;2330;p38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331" name="Google Shape;2331;p38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38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38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38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38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6" name="Google Shape;2336;p38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38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3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3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0" name="Google Shape;2340;p38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341" name="Google Shape;2341;p38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38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38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38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38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6" name="Google Shape;2346;p38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47" name="Google Shape;2347;p38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38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38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38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38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2"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3" name="Google Shape;2353;p3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54" name="Google Shape;2354;p39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39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39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39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39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39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39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39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39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39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39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39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39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39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39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39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39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39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39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39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39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39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39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39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39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39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39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39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39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39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39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39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39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39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39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39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39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39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2" name="Google Shape;2392;p39"/>
          <p:cNvSpPr txBox="1"/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393" name="Google Shape;2393;p39"/>
          <p:cNvSpPr txBox="1"/>
          <p:nvPr>
            <p:ph idx="1" type="subTitle"/>
          </p:nvPr>
        </p:nvSpPr>
        <p:spPr>
          <a:xfrm>
            <a:off x="2335650" y="1775000"/>
            <a:ext cx="4472700" cy="101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4" name="Google Shape;2394;p39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infographics &amp; images by </a:t>
            </a:r>
            <a:r>
              <a:rPr b="1" lang="en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95" name="Google Shape;2395;p39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6" name="Google Shape;2396;p39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97" name="Google Shape;2397;p39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98" name="Google Shape;2398;p39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99" name="Google Shape;2399;p3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0" name="Google Shape;2400;p3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3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3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3" name="Google Shape;2403;p3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4" name="Google Shape;2404;p3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05" name="Google Shape;2405;p39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406" name="Google Shape;2406;p39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39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39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39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39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1" name="Google Shape;2411;p39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12" name="Google Shape;2412;p39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39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39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39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39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7" name="Google Shape;2417;p39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418" name="Google Shape;2418;p39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39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0" name="Google Shape;2420;p39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421" name="Google Shape;2421;p3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3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3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24" name="Google Shape;2424;p39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25" name="Google Shape;2425;p39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426" name="Google Shape;2426;p3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27" name="Google Shape;2427;p3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8" name="Google Shape;2428;p3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9" name="Google Shape;2429;p3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0" name="Google Shape;2430;p3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1" name="Google Shape;2431;p3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2" name="Google Shape;2432;p3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3" name="Google Shape;2433;p3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4" name="Google Shape;2434;p3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5" name="Google Shape;2435;p3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6" name="Google Shape;2436;p3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7" name="Google Shape;2437;p3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38" name="Google Shape;2438;p3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9" name="Google Shape;2439;p3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0" name="Google Shape;2440;p3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1" name="Google Shape;2441;p3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2" name="Google Shape;2442;p3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3" name="Google Shape;2443;p3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4" name="Google Shape;2444;p3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5" name="Google Shape;2445;p3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6" name="Google Shape;2446;p3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7" name="Google Shape;2447;p3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448" name="Google Shape;2448;p39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9" name="Google Shape;2449;p39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50" name="Google Shape;2450;p39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39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39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39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39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39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6" name="Google Shape;2456;p39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57" name="Google Shape;2457;p3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58" name="Google Shape;2458;p3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9" name="Google Shape;2459;p3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0" name="Google Shape;2460;p3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1" name="Google Shape;2461;p3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2" name="Google Shape;2462;p3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3" name="Google Shape;2463;p3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4" name="Google Shape;2464;p3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5" name="Google Shape;2465;p3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6" name="Google Shape;2466;p3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7" name="Google Shape;2467;p3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68" name="Google Shape;2468;p3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69" name="Google Shape;2469;p3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0" name="Google Shape;2470;p3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3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2" name="Google Shape;2472;p3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3" name="Google Shape;2473;p3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4" name="Google Shape;2474;p3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5" name="Google Shape;2475;p3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6" name="Google Shape;2476;p3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7" name="Google Shape;2477;p3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8" name="Google Shape;2478;p3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79" name="Google Shape;2479;p39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80" name="Google Shape;2480;p39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39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39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39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39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39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39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39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39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39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39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39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39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39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3">
    <p:spTree>
      <p:nvGrpSpPr>
        <p:cNvPr id="2494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5" name="Google Shape;2495;p4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96" name="Google Shape;2496;p40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40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40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40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40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40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40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40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40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40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40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40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40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40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40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40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40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40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40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40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40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40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40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40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40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40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40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40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40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40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40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40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40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40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40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40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40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40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4" name="Google Shape;2534;p40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535" name="Google Shape;2535;p40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40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40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40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40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40" name="Google Shape;2540;p40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541" name="Google Shape;2541;p40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40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40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4" name="Google Shape;2544;p40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p40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46" name="Google Shape;2546;p40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47" name="Google Shape;2547;p40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48" name="Google Shape;2548;p4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9" name="Google Shape;2549;p4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0" name="Google Shape;2550;p4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1" name="Google Shape;2551;p4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2" name="Google Shape;2552;p4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3" name="Google Shape;2553;p4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4" name="Google Shape;2554;p4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5" name="Google Shape;2555;p4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6" name="Google Shape;2556;p4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7" name="Google Shape;2557;p4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58" name="Google Shape;2558;p40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59" name="Google Shape;2559;p40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0" name="Google Shape;2560;p40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1" name="Google Shape;2561;p40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2" name="Google Shape;2562;p40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3" name="Google Shape;2563;p40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4" name="Google Shape;2564;p40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5" name="Google Shape;2565;p40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6" name="Google Shape;2566;p40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7" name="Google Shape;2567;p40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8" name="Google Shape;2568;p40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69" name="Google Shape;2569;p40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70" name="Google Shape;2570;p40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40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40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40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40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75" name="Google Shape;2575;p40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76" name="Google Shape;2576;p40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40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8" name="Google Shape;2578;p40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9" name="Google Shape;2579;p40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80" name="Google Shape;2580;p40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40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40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40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40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5" name="Google Shape;2585;p40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86" name="Google Shape;2586;p40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40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40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40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40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40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2">
    <p:spTree>
      <p:nvGrpSpPr>
        <p:cNvPr id="2592" name="Shape 2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3" name="Google Shape;2593;p4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94" name="Google Shape;2594;p41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41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41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41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41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41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41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41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41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41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41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41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41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41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41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41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41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41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41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41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41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41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41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41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41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41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41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41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41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41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41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41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41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41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41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41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41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41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2" name="Google Shape;2632;p41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633" name="Google Shape;2633;p41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41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41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41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41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8" name="Google Shape;2638;p41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639" name="Google Shape;2639;p41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41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1" name="Google Shape;2641;p41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642" name="Google Shape;2642;p41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41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41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5" name="Google Shape;2645;p41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41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7" name="Google Shape;2647;p41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48" name="Google Shape;2648;p41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41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41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41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41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41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4" name="Google Shape;2654;p41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55" name="Google Shape;2655;p41"/>
            <p:cNvSpPr/>
            <p:nvPr/>
          </p:nvSpPr>
          <p:spPr>
            <a:xfrm>
              <a:off x="-62388" y="2782841"/>
              <a:ext cx="209364" cy="1335580"/>
            </a:xfrm>
            <a:custGeom>
              <a:rect b="b" l="l" r="r" t="t"/>
              <a:pathLst>
                <a:path extrusionOk="0" fill="none" h="42862" w="6719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41"/>
            <p:cNvSpPr/>
            <p:nvPr/>
          </p:nvSpPr>
          <p:spPr>
            <a:xfrm>
              <a:off x="101358" y="2690919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41"/>
            <p:cNvSpPr/>
            <p:nvPr/>
          </p:nvSpPr>
          <p:spPr>
            <a:xfrm>
              <a:off x="125320" y="2714881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41"/>
            <p:cNvSpPr/>
            <p:nvPr/>
          </p:nvSpPr>
          <p:spPr>
            <a:xfrm>
              <a:off x="-108754" y="4119948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41"/>
            <p:cNvSpPr/>
            <p:nvPr/>
          </p:nvSpPr>
          <p:spPr>
            <a:xfrm>
              <a:off x="-84013" y="4144658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0" name="Google Shape;2660;p41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61" name="Google Shape;2661;p41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41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41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41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41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6" name="Google Shape;2666;p41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67" name="Google Shape;2667;p41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41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9" name="Google Shape;2669;p41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70" name="Google Shape;2670;p41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71" name="Google Shape;2671;p41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72" name="Google Shape;2672;p41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73" name="Google Shape;2673;p41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4" name="Google Shape;2674;p41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5" name="Google Shape;2675;p41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6" name="Google Shape;2676;p41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7" name="Google Shape;2677;p41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8" name="Google Shape;2678;p41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9" name="Google Shape;2679;p41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0" name="Google Shape;2680;p41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1" name="Google Shape;2681;p41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2" name="Google Shape;2682;p41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683" name="Google Shape;2683;p41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84" name="Google Shape;2684;p41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5" name="Google Shape;2685;p41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6" name="Google Shape;2686;p41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7" name="Google Shape;2687;p41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8" name="Google Shape;2688;p41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9" name="Google Shape;2689;p41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0" name="Google Shape;2690;p41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1" name="Google Shape;2691;p41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2" name="Google Shape;2692;p41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3" name="Google Shape;2693;p41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_1_1">
    <p:spTree>
      <p:nvGrpSpPr>
        <p:cNvPr id="2694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42"/>
          <p:cNvSpPr txBox="1"/>
          <p:nvPr>
            <p:ph type="ctrTitle"/>
          </p:nvPr>
        </p:nvSpPr>
        <p:spPr>
          <a:xfrm>
            <a:off x="1121525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696" name="Google Shape;2696;p42"/>
          <p:cNvSpPr txBox="1"/>
          <p:nvPr>
            <p:ph idx="1" type="subTitle"/>
          </p:nvPr>
        </p:nvSpPr>
        <p:spPr>
          <a:xfrm>
            <a:off x="961925" y="1643751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697" name="Google Shape;2697;p42"/>
          <p:cNvSpPr txBox="1"/>
          <p:nvPr>
            <p:ph idx="2" type="ctrTitle"/>
          </p:nvPr>
        </p:nvSpPr>
        <p:spPr>
          <a:xfrm>
            <a:off x="3628263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698" name="Google Shape;2698;p42"/>
          <p:cNvSpPr txBox="1"/>
          <p:nvPr>
            <p:ph idx="3" type="subTitle"/>
          </p:nvPr>
        </p:nvSpPr>
        <p:spPr>
          <a:xfrm>
            <a:off x="3468663" y="1643759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699" name="Google Shape;2699;p42"/>
          <p:cNvSpPr txBox="1"/>
          <p:nvPr>
            <p:ph idx="4" type="ctrTitle"/>
          </p:nvPr>
        </p:nvSpPr>
        <p:spPr>
          <a:xfrm>
            <a:off x="6142624" y="23022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700" name="Google Shape;2700;p42"/>
          <p:cNvSpPr txBox="1"/>
          <p:nvPr>
            <p:ph idx="5" type="subTitle"/>
          </p:nvPr>
        </p:nvSpPr>
        <p:spPr>
          <a:xfrm>
            <a:off x="5947924" y="1643751"/>
            <a:ext cx="2270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01" name="Google Shape;2701;p42"/>
          <p:cNvSpPr txBox="1"/>
          <p:nvPr>
            <p:ph idx="6" type="ctrTitle"/>
          </p:nvPr>
        </p:nvSpPr>
        <p:spPr>
          <a:xfrm>
            <a:off x="618825" y="411675"/>
            <a:ext cx="4727700" cy="5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None/>
              <a:defRPr sz="1800">
                <a:solidFill>
                  <a:srgbClr val="D9D9D9"/>
                </a:solidFill>
              </a:defRPr>
            </a:lvl9pPr>
          </a:lstStyle>
          <a:p/>
        </p:txBody>
      </p:sp>
      <p:sp>
        <p:nvSpPr>
          <p:cNvPr id="2702" name="Google Shape;2702;p42"/>
          <p:cNvSpPr txBox="1"/>
          <p:nvPr>
            <p:ph idx="7" type="ctrTitle"/>
          </p:nvPr>
        </p:nvSpPr>
        <p:spPr>
          <a:xfrm>
            <a:off x="1121525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703" name="Google Shape;2703;p42"/>
          <p:cNvSpPr txBox="1"/>
          <p:nvPr>
            <p:ph idx="8" type="subTitle"/>
          </p:nvPr>
        </p:nvSpPr>
        <p:spPr>
          <a:xfrm>
            <a:off x="961925" y="3479251"/>
            <a:ext cx="2200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04" name="Google Shape;2704;p42"/>
          <p:cNvSpPr txBox="1"/>
          <p:nvPr>
            <p:ph idx="9" type="ctrTitle"/>
          </p:nvPr>
        </p:nvSpPr>
        <p:spPr>
          <a:xfrm>
            <a:off x="3628263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705" name="Google Shape;2705;p42"/>
          <p:cNvSpPr txBox="1"/>
          <p:nvPr>
            <p:ph idx="13" type="subTitle"/>
          </p:nvPr>
        </p:nvSpPr>
        <p:spPr>
          <a:xfrm>
            <a:off x="3533613" y="3479251"/>
            <a:ext cx="20706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06" name="Google Shape;2706;p42"/>
          <p:cNvSpPr txBox="1"/>
          <p:nvPr>
            <p:ph idx="14" type="ctrTitle"/>
          </p:nvPr>
        </p:nvSpPr>
        <p:spPr>
          <a:xfrm>
            <a:off x="6142624" y="4134800"/>
            <a:ext cx="1881300" cy="459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600">
                <a:solidFill>
                  <a:schemeClr val="lt1"/>
                </a:solidFill>
                <a:latin typeface="Advent Pro SemiBold"/>
                <a:ea typeface="Advent Pro SemiBold"/>
                <a:cs typeface="Advent Pro SemiBold"/>
                <a:sym typeface="Advent Pro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 Condensed Medium"/>
              <a:buNone/>
              <a:defRPr sz="1800">
                <a:solidFill>
                  <a:srgbClr val="000000"/>
                </a:solidFill>
                <a:latin typeface="Fira Sans Condensed Medium"/>
                <a:ea typeface="Fira Sans Condensed Medium"/>
                <a:cs typeface="Fira Sans Condensed Medium"/>
                <a:sym typeface="Fira Sans Condensed Medium"/>
              </a:defRPr>
            </a:lvl9pPr>
          </a:lstStyle>
          <a:p/>
        </p:txBody>
      </p:sp>
      <p:sp>
        <p:nvSpPr>
          <p:cNvPr id="2707" name="Google Shape;2707;p42"/>
          <p:cNvSpPr txBox="1"/>
          <p:nvPr>
            <p:ph idx="15" type="subTitle"/>
          </p:nvPr>
        </p:nvSpPr>
        <p:spPr>
          <a:xfrm>
            <a:off x="5947924" y="3479251"/>
            <a:ext cx="22707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708" name="Google Shape;2708;p42"/>
          <p:cNvSpPr/>
          <p:nvPr/>
        </p:nvSpPr>
        <p:spPr>
          <a:xfrm>
            <a:off x="7573050" y="27737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42"/>
          <p:cNvSpPr/>
          <p:nvPr/>
        </p:nvSpPr>
        <p:spPr>
          <a:xfrm>
            <a:off x="8985850" y="411675"/>
            <a:ext cx="108650" cy="108650"/>
          </a:xfrm>
          <a:custGeom>
            <a:rect b="b" l="l" r="r" t="t"/>
            <a:pathLst>
              <a:path extrusionOk="0" h="4346" w="4346">
                <a:moveTo>
                  <a:pt x="4008" y="356"/>
                </a:moveTo>
                <a:lnTo>
                  <a:pt x="4008" y="4027"/>
                </a:lnTo>
                <a:lnTo>
                  <a:pt x="338" y="4027"/>
                </a:lnTo>
                <a:lnTo>
                  <a:pt x="338" y="356"/>
                </a:lnTo>
                <a:close/>
                <a:moveTo>
                  <a:pt x="1" y="1"/>
                </a:moveTo>
                <a:lnTo>
                  <a:pt x="1" y="4345"/>
                </a:lnTo>
                <a:lnTo>
                  <a:pt x="4346" y="4345"/>
                </a:lnTo>
                <a:lnTo>
                  <a:pt x="4346" y="1"/>
                </a:lnTo>
                <a:close/>
              </a:path>
            </a:pathLst>
          </a:custGeom>
          <a:solidFill>
            <a:srgbClr val="E898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42"/>
          <p:cNvSpPr/>
          <p:nvPr/>
        </p:nvSpPr>
        <p:spPr>
          <a:xfrm>
            <a:off x="8359450" y="555875"/>
            <a:ext cx="52475" cy="52450"/>
          </a:xfrm>
          <a:custGeom>
            <a:rect b="b" l="l" r="r" t="t"/>
            <a:pathLst>
              <a:path extrusionOk="0" h="2098" w="2099">
                <a:moveTo>
                  <a:pt x="1761" y="319"/>
                </a:moveTo>
                <a:lnTo>
                  <a:pt x="1761" y="1761"/>
                </a:lnTo>
                <a:lnTo>
                  <a:pt x="319" y="1761"/>
                </a:lnTo>
                <a:lnTo>
                  <a:pt x="319" y="319"/>
                </a:lnTo>
                <a:close/>
                <a:moveTo>
                  <a:pt x="1" y="0"/>
                </a:moveTo>
                <a:lnTo>
                  <a:pt x="1" y="2098"/>
                </a:lnTo>
                <a:lnTo>
                  <a:pt x="2098" y="2098"/>
                </a:lnTo>
                <a:lnTo>
                  <a:pt x="2098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1" name="Google Shape;2711;p42"/>
          <p:cNvSpPr/>
          <p:nvPr/>
        </p:nvSpPr>
        <p:spPr>
          <a:xfrm>
            <a:off x="9122100" y="734250"/>
            <a:ext cx="164350" cy="164350"/>
          </a:xfrm>
          <a:custGeom>
            <a:rect b="b" l="l" r="r" t="t"/>
            <a:pathLst>
              <a:path extrusionOk="0" h="6574" w="6574">
                <a:moveTo>
                  <a:pt x="6218" y="337"/>
                </a:moveTo>
                <a:lnTo>
                  <a:pt x="6218" y="6236"/>
                </a:lnTo>
                <a:lnTo>
                  <a:pt x="319" y="6236"/>
                </a:lnTo>
                <a:lnTo>
                  <a:pt x="319" y="337"/>
                </a:lnTo>
                <a:close/>
                <a:moveTo>
                  <a:pt x="0" y="0"/>
                </a:moveTo>
                <a:lnTo>
                  <a:pt x="0" y="6573"/>
                </a:lnTo>
                <a:lnTo>
                  <a:pt x="6555" y="6573"/>
                </a:lnTo>
                <a:lnTo>
                  <a:pt x="6573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42"/>
          <p:cNvSpPr/>
          <p:nvPr/>
        </p:nvSpPr>
        <p:spPr>
          <a:xfrm>
            <a:off x="8798600" y="108865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3" name="Google Shape;2713;p42"/>
          <p:cNvSpPr/>
          <p:nvPr/>
        </p:nvSpPr>
        <p:spPr>
          <a:xfrm>
            <a:off x="6702523" y="444536"/>
            <a:ext cx="95493" cy="95462"/>
          </a:xfrm>
          <a:custGeom>
            <a:rect b="b" l="l" r="r" t="t"/>
            <a:pathLst>
              <a:path extrusionOk="0" h="3109" w="3110">
                <a:moveTo>
                  <a:pt x="2678" y="450"/>
                </a:moveTo>
                <a:lnTo>
                  <a:pt x="2678" y="2678"/>
                </a:lnTo>
                <a:lnTo>
                  <a:pt x="450" y="2678"/>
                </a:lnTo>
                <a:lnTo>
                  <a:pt x="450" y="450"/>
                </a:lnTo>
                <a:close/>
                <a:moveTo>
                  <a:pt x="1" y="0"/>
                </a:moveTo>
                <a:lnTo>
                  <a:pt x="1" y="3109"/>
                </a:lnTo>
                <a:lnTo>
                  <a:pt x="3109" y="3109"/>
                </a:lnTo>
                <a:lnTo>
                  <a:pt x="3109" y="0"/>
                </a:lnTo>
                <a:close/>
              </a:path>
            </a:pathLst>
          </a:custGeom>
          <a:solidFill>
            <a:srgbClr val="FF99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42"/>
          <p:cNvSpPr/>
          <p:nvPr/>
        </p:nvSpPr>
        <p:spPr>
          <a:xfrm>
            <a:off x="5904975" y="143222"/>
            <a:ext cx="82259" cy="82259"/>
          </a:xfrm>
          <a:custGeom>
            <a:rect b="b" l="l" r="r" t="t"/>
            <a:pathLst>
              <a:path extrusionOk="0" h="2679" w="2679">
                <a:moveTo>
                  <a:pt x="1" y="1"/>
                </a:moveTo>
                <a:lnTo>
                  <a:pt x="1" y="2679"/>
                </a:lnTo>
                <a:lnTo>
                  <a:pt x="2679" y="2679"/>
                </a:lnTo>
                <a:lnTo>
                  <a:pt x="2679" y="1"/>
                </a:lnTo>
                <a:close/>
              </a:path>
            </a:pathLst>
          </a:custGeom>
          <a:solidFill>
            <a:srgbClr val="00CF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42"/>
          <p:cNvSpPr/>
          <p:nvPr/>
        </p:nvSpPr>
        <p:spPr>
          <a:xfrm>
            <a:off x="303600" y="4401725"/>
            <a:ext cx="167150" cy="167150"/>
          </a:xfrm>
          <a:custGeom>
            <a:rect b="b" l="l" r="r" t="t"/>
            <a:pathLst>
              <a:path extrusionOk="0" h="6686" w="6686">
                <a:moveTo>
                  <a:pt x="6236" y="450"/>
                </a:moveTo>
                <a:lnTo>
                  <a:pt x="6236" y="6236"/>
                </a:lnTo>
                <a:lnTo>
                  <a:pt x="450" y="6236"/>
                </a:lnTo>
                <a:lnTo>
                  <a:pt x="450" y="450"/>
                </a:lnTo>
                <a:close/>
                <a:moveTo>
                  <a:pt x="0" y="0"/>
                </a:moveTo>
                <a:lnTo>
                  <a:pt x="0" y="6686"/>
                </a:lnTo>
                <a:lnTo>
                  <a:pt x="6686" y="6686"/>
                </a:lnTo>
                <a:lnTo>
                  <a:pt x="6686" y="0"/>
                </a:lnTo>
                <a:close/>
              </a:path>
            </a:pathLst>
          </a:custGeom>
          <a:solidFill>
            <a:srgbClr val="FFD6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42"/>
          <p:cNvSpPr/>
          <p:nvPr/>
        </p:nvSpPr>
        <p:spPr>
          <a:xfrm>
            <a:off x="564075" y="4753900"/>
            <a:ext cx="155925" cy="156375"/>
          </a:xfrm>
          <a:custGeom>
            <a:rect b="b" l="l" r="r" t="t"/>
            <a:pathLst>
              <a:path extrusionOk="0" h="6255" w="6237">
                <a:moveTo>
                  <a:pt x="0" y="0"/>
                </a:moveTo>
                <a:lnTo>
                  <a:pt x="0" y="6255"/>
                </a:lnTo>
                <a:lnTo>
                  <a:pt x="6236" y="6255"/>
                </a:lnTo>
                <a:lnTo>
                  <a:pt x="623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1D4D75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1D4D75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b="1"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bryant.edu/graduate/blog/top-industries-data-scientist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0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p43"/>
          <p:cNvSpPr/>
          <p:nvPr/>
        </p:nvSpPr>
        <p:spPr>
          <a:xfrm>
            <a:off x="2422800" y="2786003"/>
            <a:ext cx="4298400" cy="429600"/>
          </a:xfrm>
          <a:prstGeom prst="roundRect">
            <a:avLst>
              <a:gd fmla="val 50000" name="adj"/>
            </a:avLst>
          </a:prstGeom>
          <a:solidFill>
            <a:srgbClr val="0B253C"/>
          </a:solidFill>
          <a:ln>
            <a:noFill/>
          </a:ln>
        </p:spPr>
        <p:txBody>
          <a:bodyPr anchorCtr="0" anchor="ctr" bIns="98225" lIns="98225" spcFirstLastPara="1" rIns="98225" wrap="square" tIns="9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4"/>
          </a:p>
        </p:txBody>
      </p:sp>
      <p:grpSp>
        <p:nvGrpSpPr>
          <p:cNvPr id="2722" name="Google Shape;2722;p43"/>
          <p:cNvGrpSpPr/>
          <p:nvPr/>
        </p:nvGrpSpPr>
        <p:grpSpPr>
          <a:xfrm flipH="1" rot="-5400000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23" name="Google Shape;2723;p43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43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43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43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43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43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9" name="Google Shape;2729;p43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30" name="Google Shape;2730;p4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31" name="Google Shape;2731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2" name="Google Shape;2732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4" name="Google Shape;2734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5" name="Google Shape;2735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6" name="Google Shape;2736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7" name="Google Shape;2737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8" name="Google Shape;2738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9" name="Google Shape;2739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0" name="Google Shape;2740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41" name="Google Shape;2741;p4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42" name="Google Shape;2742;p4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3" name="Google Shape;2743;p4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4" name="Google Shape;2744;p4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5" name="Google Shape;2745;p4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6" name="Google Shape;2746;p4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7" name="Google Shape;2747;p4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8" name="Google Shape;2748;p4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9" name="Google Shape;2749;p4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0" name="Google Shape;2750;p4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1" name="Google Shape;2751;p4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52" name="Google Shape;2752;p43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53" name="Google Shape;2753;p4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4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4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4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4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4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4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4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4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4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4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4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4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4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7" name="Google Shape;2767;p43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768" name="Google Shape;2768;p43"/>
            <p:cNvSpPr/>
            <p:nvPr/>
          </p:nvSpPr>
          <p:spPr>
            <a:xfrm>
              <a:off x="2300350" y="2601250"/>
              <a:ext cx="392100" cy="623625"/>
            </a:xfrm>
            <a:custGeom>
              <a:rect b="b" l="l" r="r" t="t"/>
              <a:pathLst>
                <a:path extrusionOk="0" h="24945" w="15684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43"/>
            <p:cNvSpPr/>
            <p:nvPr/>
          </p:nvSpPr>
          <p:spPr>
            <a:xfrm>
              <a:off x="2680075" y="2601250"/>
              <a:ext cx="389025" cy="623625"/>
            </a:xfrm>
            <a:custGeom>
              <a:rect b="b" l="l" r="r" t="t"/>
              <a:pathLst>
                <a:path extrusionOk="0" h="24945" w="15561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43"/>
            <p:cNvSpPr/>
            <p:nvPr/>
          </p:nvSpPr>
          <p:spPr>
            <a:xfrm>
              <a:off x="30567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43"/>
            <p:cNvSpPr/>
            <p:nvPr/>
          </p:nvSpPr>
          <p:spPr>
            <a:xfrm>
              <a:off x="343335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43"/>
            <p:cNvSpPr/>
            <p:nvPr/>
          </p:nvSpPr>
          <p:spPr>
            <a:xfrm>
              <a:off x="3810000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43"/>
            <p:cNvSpPr/>
            <p:nvPr/>
          </p:nvSpPr>
          <p:spPr>
            <a:xfrm>
              <a:off x="4186625" y="2601250"/>
              <a:ext cx="389000" cy="623625"/>
            </a:xfrm>
            <a:custGeom>
              <a:rect b="b" l="l" r="r" t="t"/>
              <a:pathLst>
                <a:path extrusionOk="0" h="24945" w="1556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4" name="Google Shape;2774;p43"/>
          <p:cNvSpPr/>
          <p:nvPr/>
        </p:nvSpPr>
        <p:spPr>
          <a:xfrm>
            <a:off x="3230634" y="2929364"/>
            <a:ext cx="2682841" cy="142997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gradFill>
                  <a:gsLst>
                    <a:gs pos="0">
                      <a:srgbClr val="32BDFB"/>
                    </a:gs>
                    <a:gs pos="100000">
                      <a:srgbClr val="CFEBFF"/>
                    </a:gs>
                  </a:gsLst>
                  <a:lin ang="2700006" scaled="0"/>
                </a:gradFill>
                <a:latin typeface="Exo"/>
              </a:rPr>
              <a:t>ILLINOIS DATA SCIENCE CLUB</a:t>
            </a:r>
          </a:p>
        </p:txBody>
      </p:sp>
      <p:sp>
        <p:nvSpPr>
          <p:cNvPr id="2775" name="Google Shape;2775;p43"/>
          <p:cNvSpPr txBox="1"/>
          <p:nvPr>
            <p:ph type="ctrTitle"/>
          </p:nvPr>
        </p:nvSpPr>
        <p:spPr>
          <a:xfrm>
            <a:off x="1317600" y="1850485"/>
            <a:ext cx="6508800" cy="65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Intro to Pandas</a:t>
            </a:r>
            <a:endParaRPr sz="3500"/>
          </a:p>
        </p:txBody>
      </p:sp>
      <p:grpSp>
        <p:nvGrpSpPr>
          <p:cNvPr id="2776" name="Google Shape;2776;p43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77" name="Google Shape;2777;p43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43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43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43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43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82" name="Google Shape;2782;p43"/>
          <p:cNvPicPr preferRelativeResize="0"/>
          <p:nvPr/>
        </p:nvPicPr>
        <p:blipFill rotWithShape="1">
          <a:blip r:embed="rId3">
            <a:alphaModFix/>
          </a:blip>
          <a:srcRect b="5930" l="8058" r="6936" t="4896"/>
          <a:stretch/>
        </p:blipFill>
        <p:spPr>
          <a:xfrm>
            <a:off x="2422800" y="2782001"/>
            <a:ext cx="434700" cy="4377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83" name="Google Shape;2783;p43"/>
          <p:cNvPicPr preferRelativeResize="0"/>
          <p:nvPr/>
        </p:nvPicPr>
        <p:blipFill rotWithShape="1">
          <a:blip r:embed="rId3">
            <a:alphaModFix/>
          </a:blip>
          <a:srcRect b="5930" l="8058" r="6936" t="4896"/>
          <a:stretch/>
        </p:blipFill>
        <p:spPr>
          <a:xfrm>
            <a:off x="6286476" y="2782014"/>
            <a:ext cx="434700" cy="437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7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8" name="Google Shape;2788;p44"/>
          <p:cNvSpPr txBox="1"/>
          <p:nvPr>
            <p:ph type="title"/>
          </p:nvPr>
        </p:nvSpPr>
        <p:spPr>
          <a:xfrm>
            <a:off x="713100" y="782425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2789" name="Google Shape;2789;p44"/>
          <p:cNvSpPr/>
          <p:nvPr/>
        </p:nvSpPr>
        <p:spPr>
          <a:xfrm>
            <a:off x="785100" y="1513375"/>
            <a:ext cx="7573800" cy="572700"/>
          </a:xfrm>
          <a:prstGeom prst="roundRect">
            <a:avLst>
              <a:gd fmla="val 50000" name="adj"/>
            </a:avLst>
          </a:prstGeom>
          <a:solidFill>
            <a:srgbClr val="0B2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Git Introduction</a:t>
            </a:r>
            <a:endParaRPr sz="20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0" name="Google Shape;2790;p44"/>
          <p:cNvSpPr/>
          <p:nvPr/>
        </p:nvSpPr>
        <p:spPr>
          <a:xfrm>
            <a:off x="853050" y="1566925"/>
            <a:ext cx="485700" cy="4656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D3E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2BDFB"/>
                </a:solidFill>
                <a:latin typeface="PT Sans"/>
                <a:ea typeface="PT Sans"/>
                <a:cs typeface="PT Sans"/>
                <a:sym typeface="PT Sans"/>
              </a:rPr>
              <a:t>1</a:t>
            </a:r>
            <a:endParaRPr b="1" sz="2400">
              <a:solidFill>
                <a:srgbClr val="32BDFB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1" name="Google Shape;2791;p44"/>
          <p:cNvSpPr/>
          <p:nvPr/>
        </p:nvSpPr>
        <p:spPr>
          <a:xfrm>
            <a:off x="785100" y="2183850"/>
            <a:ext cx="7573800" cy="572700"/>
          </a:xfrm>
          <a:prstGeom prst="roundRect">
            <a:avLst>
              <a:gd fmla="val 50000" name="adj"/>
            </a:avLst>
          </a:prstGeom>
          <a:solidFill>
            <a:srgbClr val="0B2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Intro to Data Science / Python</a:t>
            </a:r>
            <a:endParaRPr sz="20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2" name="Google Shape;2792;p44"/>
          <p:cNvSpPr/>
          <p:nvPr/>
        </p:nvSpPr>
        <p:spPr>
          <a:xfrm>
            <a:off x="853050" y="2237400"/>
            <a:ext cx="485700" cy="4656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D3E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2BDFB"/>
                </a:solidFill>
                <a:latin typeface="PT Sans"/>
                <a:ea typeface="PT Sans"/>
                <a:cs typeface="PT Sans"/>
                <a:sym typeface="PT Sans"/>
              </a:rPr>
              <a:t>2</a:t>
            </a:r>
            <a:endParaRPr b="1" sz="2400">
              <a:solidFill>
                <a:srgbClr val="32BDFB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3" name="Google Shape;2793;p44"/>
          <p:cNvSpPr/>
          <p:nvPr/>
        </p:nvSpPr>
        <p:spPr>
          <a:xfrm>
            <a:off x="785100" y="2854325"/>
            <a:ext cx="7573800" cy="572700"/>
          </a:xfrm>
          <a:prstGeom prst="roundRect">
            <a:avLst>
              <a:gd fmla="val 50000" name="adj"/>
            </a:avLst>
          </a:prstGeom>
          <a:solidFill>
            <a:srgbClr val="0B2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Intro to Pandas</a:t>
            </a:r>
            <a:endParaRPr sz="20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4" name="Google Shape;2794;p44"/>
          <p:cNvSpPr/>
          <p:nvPr/>
        </p:nvSpPr>
        <p:spPr>
          <a:xfrm>
            <a:off x="853050" y="2907875"/>
            <a:ext cx="485700" cy="4656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D3E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2BDFB"/>
                </a:solidFill>
                <a:latin typeface="PT Sans"/>
                <a:ea typeface="PT Sans"/>
                <a:cs typeface="PT Sans"/>
                <a:sym typeface="PT Sans"/>
              </a:rPr>
              <a:t>3</a:t>
            </a:r>
            <a:endParaRPr b="1" sz="2400">
              <a:solidFill>
                <a:srgbClr val="32BDFB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5" name="Google Shape;2795;p44"/>
          <p:cNvSpPr/>
          <p:nvPr/>
        </p:nvSpPr>
        <p:spPr>
          <a:xfrm>
            <a:off x="785100" y="3524800"/>
            <a:ext cx="7573800" cy="572700"/>
          </a:xfrm>
          <a:prstGeom prst="roundRect">
            <a:avLst>
              <a:gd fmla="val 50000" name="adj"/>
            </a:avLst>
          </a:prstGeom>
          <a:solidFill>
            <a:srgbClr val="0B25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Demo!</a:t>
            </a:r>
            <a:endParaRPr sz="20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6" name="Google Shape;2796;p44"/>
          <p:cNvSpPr/>
          <p:nvPr/>
        </p:nvSpPr>
        <p:spPr>
          <a:xfrm>
            <a:off x="853050" y="3578350"/>
            <a:ext cx="485700" cy="4656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rgbClr val="D3E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2BDFB"/>
                </a:solidFill>
                <a:latin typeface="PT Sans"/>
                <a:ea typeface="PT Sans"/>
                <a:cs typeface="PT Sans"/>
                <a:sym typeface="PT Sans"/>
              </a:rPr>
              <a:t>4</a:t>
            </a:r>
            <a:endParaRPr b="1" sz="2400">
              <a:solidFill>
                <a:srgbClr val="32BDFB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0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p45"/>
          <p:cNvSpPr txBox="1"/>
          <p:nvPr>
            <p:ph type="title"/>
          </p:nvPr>
        </p:nvSpPr>
        <p:spPr>
          <a:xfrm>
            <a:off x="1306200" y="1309950"/>
            <a:ext cx="6243300" cy="25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>
                <a:solidFill>
                  <a:schemeClr val="accent3"/>
                </a:solidFill>
              </a:rPr>
              <a:t>C:\&gt;</a:t>
            </a:r>
            <a:r>
              <a:rPr lang="en" sz="7500"/>
              <a:t> Terminal </a:t>
            </a:r>
            <a:r>
              <a:rPr lang="en" sz="7500">
                <a:solidFill>
                  <a:schemeClr val="accent3"/>
                </a:solidFill>
              </a:rPr>
              <a:t>C:\&gt;</a:t>
            </a:r>
            <a:r>
              <a:rPr lang="en" sz="7500"/>
              <a:t> Basics</a:t>
            </a:r>
            <a:endParaRPr sz="7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p4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Folder Items</a:t>
            </a:r>
            <a:endParaRPr/>
          </a:p>
        </p:txBody>
      </p:sp>
      <p:sp>
        <p:nvSpPr>
          <p:cNvPr id="2807" name="Google Shape;2807;p46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ls </a:t>
            </a:r>
            <a:r>
              <a:rPr lang="en" sz="2500"/>
              <a:t>lists out all of the folders and files that are in a specific folder (</a:t>
            </a: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dir</a:t>
            </a:r>
            <a:r>
              <a:rPr lang="en" sz="2500"/>
              <a:t> on Windows)</a:t>
            </a:r>
            <a:endParaRPr/>
          </a:p>
        </p:txBody>
      </p:sp>
      <p:pic>
        <p:nvPicPr>
          <p:cNvPr id="2808" name="Google Shape;280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350" y="2169950"/>
            <a:ext cx="5052800" cy="2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2" name="Shape 2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Google Shape;2813;p47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Folder Manipulation </a:t>
            </a:r>
            <a:endParaRPr/>
          </a:p>
        </p:txBody>
      </p:sp>
      <p:sp>
        <p:nvSpPr>
          <p:cNvPr id="2814" name="Google Shape;2814;p47"/>
          <p:cNvSpPr txBox="1"/>
          <p:nvPr>
            <p:ph idx="1" type="body"/>
          </p:nvPr>
        </p:nvSpPr>
        <p:spPr>
          <a:xfrm>
            <a:off x="713100" y="1187700"/>
            <a:ext cx="800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 &lt;file_name&gt; </a:t>
            </a:r>
            <a:r>
              <a:rPr lang="en" sz="2500"/>
              <a:t>enters a specific folder in the current directory 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2815" name="Google Shape;281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100" y="2185700"/>
            <a:ext cx="7258050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6" name="Google Shape;281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5550" y="3540249"/>
            <a:ext cx="4090675" cy="129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7" name="Google Shape;2817;p47"/>
          <p:cNvSpPr txBox="1"/>
          <p:nvPr/>
        </p:nvSpPr>
        <p:spPr>
          <a:xfrm>
            <a:off x="748050" y="2967550"/>
            <a:ext cx="725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 ../ </a:t>
            </a:r>
            <a:r>
              <a:rPr lang="en" sz="25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exits current folder and goes back to previous folder</a:t>
            </a:r>
            <a:endParaRPr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48"/>
          <p:cNvSpPr txBox="1"/>
          <p:nvPr>
            <p:ph idx="1" type="body"/>
          </p:nvPr>
        </p:nvSpPr>
        <p:spPr>
          <a:xfrm>
            <a:off x="713100" y="6819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 </a:t>
            </a:r>
            <a:r>
              <a:rPr lang="en" sz="2500"/>
              <a:t>exits all folders and goes back to home directory </a:t>
            </a:r>
            <a:endParaRPr/>
          </a:p>
        </p:txBody>
      </p:sp>
      <p:pic>
        <p:nvPicPr>
          <p:cNvPr id="2823" name="Google Shape;282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250" y="1569475"/>
            <a:ext cx="786765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7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8" name="Google Shape;282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519113"/>
            <a:ext cx="6667500" cy="4105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29" name="Google Shape;2829;p49"/>
          <p:cNvCxnSpPr/>
          <p:nvPr/>
        </p:nvCxnSpPr>
        <p:spPr>
          <a:xfrm flipH="1" rot="-5400000">
            <a:off x="4991800" y="1266475"/>
            <a:ext cx="1136100" cy="945600"/>
          </a:xfrm>
          <a:prstGeom prst="curvedConnector3">
            <a:avLst>
              <a:gd fmla="val 8074" name="adj1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0" name="Google Shape;2830;p49"/>
          <p:cNvSpPr txBox="1"/>
          <p:nvPr/>
        </p:nvSpPr>
        <p:spPr>
          <a:xfrm rot="3045322">
            <a:off x="5482219" y="1298261"/>
            <a:ext cx="945572" cy="31725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 Tools</a:t>
            </a:r>
            <a:endParaRPr b="1" sz="1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cxnSp>
        <p:nvCxnSpPr>
          <p:cNvPr id="2831" name="Google Shape;2831;p49"/>
          <p:cNvCxnSpPr/>
          <p:nvPr/>
        </p:nvCxnSpPr>
        <p:spPr>
          <a:xfrm rot="5400000">
            <a:off x="5203350" y="3086925"/>
            <a:ext cx="818700" cy="5715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2" name="Google Shape;2832;p49"/>
          <p:cNvSpPr txBox="1"/>
          <p:nvPr/>
        </p:nvSpPr>
        <p:spPr>
          <a:xfrm rot="-920472">
            <a:off x="5086991" y="2960473"/>
            <a:ext cx="945698" cy="3170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 Format</a:t>
            </a:r>
            <a:endParaRPr b="1" sz="1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cxnSp>
        <p:nvCxnSpPr>
          <p:cNvPr id="2833" name="Google Shape;2833;p49"/>
          <p:cNvCxnSpPr/>
          <p:nvPr/>
        </p:nvCxnSpPr>
        <p:spPr>
          <a:xfrm flipH="1" rot="5400000">
            <a:off x="3577175" y="2335400"/>
            <a:ext cx="2130900" cy="564300"/>
          </a:xfrm>
          <a:prstGeom prst="curvedConnector3">
            <a:avLst>
              <a:gd fmla="val 36090" name="adj1"/>
            </a:avLst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4" name="Google Shape;2834;p49"/>
          <p:cNvSpPr txBox="1"/>
          <p:nvPr/>
        </p:nvSpPr>
        <p:spPr>
          <a:xfrm>
            <a:off x="4425926" y="2022925"/>
            <a:ext cx="355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</a:t>
            </a:r>
            <a:endParaRPr b="1" sz="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35" name="Google Shape;2835;p49"/>
          <p:cNvSpPr txBox="1"/>
          <p:nvPr/>
        </p:nvSpPr>
        <p:spPr>
          <a:xfrm rot="-2785">
            <a:off x="3104450" y="1137238"/>
            <a:ext cx="740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ls (Mac)</a:t>
            </a:r>
            <a:endParaRPr b="1" sz="1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49"/>
          <p:cNvSpPr/>
          <p:nvPr/>
        </p:nvSpPr>
        <p:spPr>
          <a:xfrm>
            <a:off x="4268600" y="1065400"/>
            <a:ext cx="564300" cy="282300"/>
          </a:xfrm>
          <a:prstGeom prst="rect">
            <a:avLst/>
          </a:prstGeom>
          <a:solidFill>
            <a:srgbClr val="1152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Root</a:t>
            </a:r>
            <a:endParaRPr b="1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cxnSp>
        <p:nvCxnSpPr>
          <p:cNvPr id="2837" name="Google Shape;2837;p49"/>
          <p:cNvCxnSpPr/>
          <p:nvPr/>
        </p:nvCxnSpPr>
        <p:spPr>
          <a:xfrm flipH="1">
            <a:off x="2723350" y="1136961"/>
            <a:ext cx="1206600" cy="141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8" name="Google Shape;2838;p49"/>
          <p:cNvSpPr txBox="1"/>
          <p:nvPr/>
        </p:nvSpPr>
        <p:spPr>
          <a:xfrm rot="-3272">
            <a:off x="3002000" y="826169"/>
            <a:ext cx="945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dir (Win)</a:t>
            </a:r>
            <a:endParaRPr b="1" sz="1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9" name="Google Shape;2839;p49"/>
          <p:cNvSpPr/>
          <p:nvPr/>
        </p:nvSpPr>
        <p:spPr>
          <a:xfrm>
            <a:off x="1594275" y="773350"/>
            <a:ext cx="996000" cy="741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Data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Notes.txt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Thesis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&gt; Tools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40" name="Google Shape;2840;p49"/>
          <p:cNvSpPr txBox="1"/>
          <p:nvPr/>
        </p:nvSpPr>
        <p:spPr>
          <a:xfrm rot="-1215579">
            <a:off x="3983321" y="3138217"/>
            <a:ext cx="902750" cy="4688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 ../../</a:t>
            </a:r>
            <a:endParaRPr b="1" sz="1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p50"/>
          <p:cNvSpPr txBox="1"/>
          <p:nvPr>
            <p:ph type="title"/>
          </p:nvPr>
        </p:nvSpPr>
        <p:spPr>
          <a:xfrm>
            <a:off x="892950" y="1309950"/>
            <a:ext cx="7358100" cy="25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Git </a:t>
            </a:r>
            <a:r>
              <a:rPr lang="en" sz="7500">
                <a:solidFill>
                  <a:schemeClr val="accent2"/>
                </a:solidFill>
              </a:rPr>
              <a:t>+ </a:t>
            </a:r>
            <a:r>
              <a:rPr lang="en" sz="7500"/>
              <a:t>Github</a:t>
            </a:r>
            <a:endParaRPr sz="7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9" name="Shape 2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0" name="Google Shape;2850;p5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Git?</a:t>
            </a:r>
            <a:endParaRPr/>
          </a:p>
        </p:txBody>
      </p:sp>
      <p:sp>
        <p:nvSpPr>
          <p:cNvPr id="2851" name="Google Shape;2851;p51"/>
          <p:cNvSpPr txBox="1"/>
          <p:nvPr>
            <p:ph idx="1" type="body"/>
          </p:nvPr>
        </p:nvSpPr>
        <p:spPr>
          <a:xfrm>
            <a:off x="713100" y="1187700"/>
            <a:ext cx="475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/>
              <a:t>Distributed version control system designed to handle large projects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" sz="1400"/>
              <a:t>Key Features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</a:pPr>
            <a:r>
              <a:rPr b="1" lang="en" sz="1300"/>
              <a:t>Version Control</a:t>
            </a:r>
            <a:endParaRPr sz="13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</a:pPr>
            <a:r>
              <a:rPr lang="en" sz="1300"/>
              <a:t>Tracks changes in the source code </a:t>
            </a:r>
            <a:endParaRPr sz="13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</a:pPr>
            <a:r>
              <a:rPr lang="en" sz="1300"/>
              <a:t>Allows multiple developers to work on a project simultaneously without overwriting each other's changes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</a:pPr>
            <a:r>
              <a:rPr b="1" lang="en" sz="1300"/>
              <a:t>Branching and Merging</a:t>
            </a:r>
            <a:r>
              <a:rPr lang="en" sz="1300"/>
              <a:t> </a:t>
            </a:r>
            <a:endParaRPr sz="13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</a:pPr>
            <a:r>
              <a:rPr lang="en" sz="1300"/>
              <a:t>Allows developers to create branches to work on features or fixes independently</a:t>
            </a:r>
            <a:endParaRPr sz="13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</a:pPr>
            <a:r>
              <a:rPr b="1" lang="en" sz="1300"/>
              <a:t>Staging Area</a:t>
            </a:r>
            <a:endParaRPr sz="13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</a:pPr>
            <a:r>
              <a:rPr lang="en" sz="1300"/>
              <a:t>Has a staging area (or index) where changes can be reviewed and modified before being committed to the repository</a:t>
            </a:r>
            <a:endParaRPr sz="1600"/>
          </a:p>
        </p:txBody>
      </p:sp>
      <p:pic>
        <p:nvPicPr>
          <p:cNvPr id="2852" name="Google Shape;285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1425" y="698600"/>
            <a:ext cx="2680700" cy="387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6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p52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GitHub?</a:t>
            </a:r>
            <a:endParaRPr/>
          </a:p>
        </p:txBody>
      </p:sp>
      <p:sp>
        <p:nvSpPr>
          <p:cNvPr id="2858" name="Google Shape;2858;p52"/>
          <p:cNvSpPr txBox="1"/>
          <p:nvPr>
            <p:ph idx="1" type="body"/>
          </p:nvPr>
        </p:nvSpPr>
        <p:spPr>
          <a:xfrm>
            <a:off x="713100" y="119725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GitHub</a:t>
            </a:r>
            <a:r>
              <a:rPr lang="en" sz="2500"/>
              <a:t> is a platform built around </a:t>
            </a: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</a:t>
            </a:r>
            <a:r>
              <a:rPr lang="en" sz="2500"/>
              <a:t>, a version control system that helps track changes to files and coordinate work on projects among multiple people.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2" name="Shape 2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3" name="Google Shape;2863;p53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Configure Git</a:t>
            </a:r>
            <a:endParaRPr/>
          </a:p>
        </p:txBody>
      </p:sp>
      <p:sp>
        <p:nvSpPr>
          <p:cNvPr id="2864" name="Google Shape;2864;p53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You only need to configure Git once.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config --global user.name “...”</a:t>
            </a:r>
            <a:endParaRPr sz="22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config --global user.email “...”</a:t>
            </a:r>
            <a:endParaRPr sz="22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config --global init.default branch main</a:t>
            </a:r>
            <a:endParaRPr sz="2200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rgbClr val="D5A6BD"/>
                </a:solidFill>
              </a:rPr>
              <a:t> </a:t>
            </a:r>
            <a:endParaRPr sz="2200">
              <a:solidFill>
                <a:srgbClr val="D5A6B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8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Google Shape;2869;p5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Clone a cloud repo to your computer</a:t>
            </a:r>
            <a:endParaRPr/>
          </a:p>
        </p:txBody>
      </p:sp>
      <p:sp>
        <p:nvSpPr>
          <p:cNvPr id="2870" name="Google Shape;2870;p54"/>
          <p:cNvSpPr txBox="1"/>
          <p:nvPr>
            <p:ph idx="1" type="body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1.	Navigate to the repo page (make sure you have access to it)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2.	Click on the green “code” button.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2871" name="Google Shape;287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575" y="2338450"/>
            <a:ext cx="5992852" cy="241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5" name="Shape 2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6" name="Google Shape;2876;p55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Clone a cloud repo to your computer</a:t>
            </a:r>
            <a:endParaRPr/>
          </a:p>
        </p:txBody>
      </p:sp>
      <p:sp>
        <p:nvSpPr>
          <p:cNvPr id="2877" name="Google Shape;2877;p55"/>
          <p:cNvSpPr txBox="1"/>
          <p:nvPr>
            <p:ph idx="1" type="body"/>
          </p:nvPr>
        </p:nvSpPr>
        <p:spPr>
          <a:xfrm>
            <a:off x="713100" y="1187700"/>
            <a:ext cx="438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00"/>
              <a:t>3.	Navigate to a working directory you like, and then use </a:t>
            </a:r>
            <a:r>
              <a:rPr lang="en" sz="2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clone [URL]</a:t>
            </a:r>
            <a:r>
              <a:rPr lang="en" sz="2300"/>
              <a:t>, using the repository URL.</a:t>
            </a:r>
            <a:endParaRPr sz="2300"/>
          </a:p>
        </p:txBody>
      </p:sp>
      <p:pic>
        <p:nvPicPr>
          <p:cNvPr id="2878" name="Google Shape;287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6675" y="1501300"/>
            <a:ext cx="3114226" cy="278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2" name="Shape 2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56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Track files (git add)</a:t>
            </a:r>
            <a:endParaRPr/>
          </a:p>
        </p:txBody>
      </p:sp>
      <p:sp>
        <p:nvSpPr>
          <p:cNvPr id="2884" name="Google Shape;2884;p56"/>
          <p:cNvSpPr txBox="1"/>
          <p:nvPr>
            <p:ph idx="1" type="body"/>
          </p:nvPr>
        </p:nvSpPr>
        <p:spPr>
          <a:xfrm>
            <a:off x="713100" y="1187700"/>
            <a:ext cx="800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add ...</a:t>
            </a:r>
            <a:r>
              <a:rPr lang="en" sz="2500">
                <a:solidFill>
                  <a:srgbClr val="D5A6BD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2500"/>
              <a:t>can specify which file we want to track. </a:t>
            </a:r>
            <a:endParaRPr sz="2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add -A</a:t>
            </a:r>
            <a:r>
              <a:rPr lang="en" sz="2500"/>
              <a:t> stages </a:t>
            </a:r>
            <a:r>
              <a:rPr lang="en" sz="2500" u="sng"/>
              <a:t>all changes</a:t>
            </a:r>
            <a:r>
              <a:rPr lang="en" sz="2500"/>
              <a:t> in the repository, including new files, modified files, and deleted files.</a:t>
            </a:r>
            <a:endParaRPr sz="2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8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Google Shape;2889;p57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 and push changes</a:t>
            </a:r>
            <a:endParaRPr/>
          </a:p>
        </p:txBody>
      </p:sp>
      <p:sp>
        <p:nvSpPr>
          <p:cNvPr id="2890" name="Google Shape;2890;p57"/>
          <p:cNvSpPr txBox="1"/>
          <p:nvPr>
            <p:ph idx="1" type="body"/>
          </p:nvPr>
        </p:nvSpPr>
        <p:spPr>
          <a:xfrm>
            <a:off x="713100" y="1187700"/>
            <a:ext cx="783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To commit, you are taking a snapshot of your repository at </a:t>
            </a:r>
            <a:r>
              <a:rPr b="1" lang="en" sz="2200" u="sng"/>
              <a:t>THIS</a:t>
            </a:r>
            <a:r>
              <a:rPr lang="en" sz="2200"/>
              <a:t> point in time (what the files look like right now)</a:t>
            </a:r>
            <a:endParaRPr sz="2200">
              <a:solidFill>
                <a:srgbClr val="EAD1D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commit -m “...(message)”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After that, all you need to do is “push” the repository changes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push 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You can also use </a:t>
            </a:r>
            <a:r>
              <a:rPr lang="en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status</a:t>
            </a:r>
            <a:r>
              <a:rPr lang="en" sz="2200"/>
              <a:t> to check the status. This can help you understand the workflow and ensure everything works properly.</a:t>
            </a:r>
            <a:endParaRPr sz="1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4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5" name="Google Shape;2895;p58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Pull and status</a:t>
            </a:r>
            <a:endParaRPr/>
          </a:p>
        </p:txBody>
      </p:sp>
      <p:sp>
        <p:nvSpPr>
          <p:cNvPr id="2896" name="Google Shape;2896;p58"/>
          <p:cNvSpPr txBox="1"/>
          <p:nvPr>
            <p:ph idx="1" type="body"/>
          </p:nvPr>
        </p:nvSpPr>
        <p:spPr>
          <a:xfrm>
            <a:off x="713100" y="1187700"/>
            <a:ext cx="7717800" cy="23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Use </a:t>
            </a:r>
            <a:r>
              <a:rPr lang="en" sz="2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git pull</a:t>
            </a:r>
            <a:r>
              <a:rPr lang="en" sz="2500"/>
              <a:t> to download all the history from the remote tracking branches to our local computer.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0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Google Shape;2901;p59"/>
          <p:cNvSpPr txBox="1"/>
          <p:nvPr>
            <p:ph type="title"/>
          </p:nvPr>
        </p:nvSpPr>
        <p:spPr>
          <a:xfrm>
            <a:off x="713100" y="5016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2902" name="Google Shape;2902;p59"/>
          <p:cNvSpPr/>
          <p:nvPr/>
        </p:nvSpPr>
        <p:spPr>
          <a:xfrm>
            <a:off x="713100" y="1247350"/>
            <a:ext cx="1882200" cy="1383300"/>
          </a:xfrm>
          <a:prstGeom prst="flowChartAlternateProcess">
            <a:avLst/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git clone</a:t>
            </a:r>
            <a:endParaRPr b="1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Get a repo from GitHub and clone it onto your machine</a:t>
            </a:r>
            <a:endParaRPr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3" name="Google Shape;2903;p59"/>
          <p:cNvSpPr/>
          <p:nvPr/>
        </p:nvSpPr>
        <p:spPr>
          <a:xfrm>
            <a:off x="3532600" y="1247350"/>
            <a:ext cx="1882200" cy="1383300"/>
          </a:xfrm>
          <a:prstGeom prst="flowChartAlternateProcess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Make changes to the repo locally, get some work done</a:t>
            </a:r>
            <a:endParaRPr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cxnSp>
        <p:nvCxnSpPr>
          <p:cNvPr id="2904" name="Google Shape;2904;p59"/>
          <p:cNvCxnSpPr/>
          <p:nvPr/>
        </p:nvCxnSpPr>
        <p:spPr>
          <a:xfrm>
            <a:off x="2605400" y="1610050"/>
            <a:ext cx="917100" cy="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5" name="Google Shape;2905;p59"/>
          <p:cNvSpPr/>
          <p:nvPr/>
        </p:nvSpPr>
        <p:spPr>
          <a:xfrm>
            <a:off x="6331900" y="1245400"/>
            <a:ext cx="1882200" cy="1383300"/>
          </a:xfrm>
          <a:prstGeom prst="flowChartAlternateProcess">
            <a:avLst/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git add </a:t>
            </a:r>
            <a:endParaRPr b="1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Add any files with changes you want to commit</a:t>
            </a:r>
            <a:endParaRPr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cxnSp>
        <p:nvCxnSpPr>
          <p:cNvPr id="2906" name="Google Shape;2906;p59"/>
          <p:cNvCxnSpPr/>
          <p:nvPr/>
        </p:nvCxnSpPr>
        <p:spPr>
          <a:xfrm>
            <a:off x="5435000" y="1610050"/>
            <a:ext cx="917100" cy="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7" name="Google Shape;2907;p59"/>
          <p:cNvCxnSpPr/>
          <p:nvPr/>
        </p:nvCxnSpPr>
        <p:spPr>
          <a:xfrm>
            <a:off x="8214100" y="1607200"/>
            <a:ext cx="1651200" cy="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8" name="Google Shape;2908;p59"/>
          <p:cNvCxnSpPr/>
          <p:nvPr/>
        </p:nvCxnSpPr>
        <p:spPr>
          <a:xfrm flipH="1" rot="10800000">
            <a:off x="362850" y="3401175"/>
            <a:ext cx="350400" cy="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09" name="Google Shape;2909;p59"/>
          <p:cNvSpPr/>
          <p:nvPr/>
        </p:nvSpPr>
        <p:spPr>
          <a:xfrm>
            <a:off x="713100" y="2972125"/>
            <a:ext cx="1882200" cy="1383300"/>
          </a:xfrm>
          <a:prstGeom prst="flowChartAlternateProcess">
            <a:avLst/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git commit</a:t>
            </a:r>
            <a:endParaRPr b="1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Commit the files (with a useful message)</a:t>
            </a:r>
            <a:endParaRPr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cxnSp>
        <p:nvCxnSpPr>
          <p:cNvPr id="2910" name="Google Shape;2910;p59"/>
          <p:cNvCxnSpPr/>
          <p:nvPr/>
        </p:nvCxnSpPr>
        <p:spPr>
          <a:xfrm>
            <a:off x="2615500" y="3399525"/>
            <a:ext cx="917100" cy="3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11" name="Google Shape;2911;p59"/>
          <p:cNvSpPr/>
          <p:nvPr/>
        </p:nvSpPr>
        <p:spPr>
          <a:xfrm>
            <a:off x="3552800" y="2972125"/>
            <a:ext cx="1882200" cy="1383300"/>
          </a:xfrm>
          <a:prstGeom prst="flowChartAlternateProcess">
            <a:avLst/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git push</a:t>
            </a:r>
            <a:endParaRPr b="1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Push the changes, updating the online repo!</a:t>
            </a:r>
            <a:endParaRPr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pic>
        <p:nvPicPr>
          <p:cNvPr id="2912" name="Google Shape;2912;p59"/>
          <p:cNvPicPr preferRelativeResize="0"/>
          <p:nvPr/>
        </p:nvPicPr>
        <p:blipFill rotWithShape="1">
          <a:blip r:embed="rId3">
            <a:alphaModFix/>
          </a:blip>
          <a:srcRect b="1600" l="1293" r="1478" t="2568"/>
          <a:stretch/>
        </p:blipFill>
        <p:spPr>
          <a:xfrm>
            <a:off x="6348250" y="2799800"/>
            <a:ext cx="1849500" cy="1823100"/>
          </a:xfrm>
          <a:prstGeom prst="ellipse">
            <a:avLst/>
          </a:prstGeom>
          <a:noFill/>
          <a:ln>
            <a:noFill/>
          </a:ln>
        </p:spPr>
      </p:pic>
      <p:cxnSp>
        <p:nvCxnSpPr>
          <p:cNvPr id="2913" name="Google Shape;2913;p59"/>
          <p:cNvCxnSpPr/>
          <p:nvPr/>
        </p:nvCxnSpPr>
        <p:spPr>
          <a:xfrm>
            <a:off x="5435000" y="3438525"/>
            <a:ext cx="998100" cy="8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914" name="Google Shape;2914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4450" y="3252800"/>
            <a:ext cx="917100" cy="9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8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60"/>
          <p:cNvSpPr txBox="1"/>
          <p:nvPr>
            <p:ph type="title"/>
          </p:nvPr>
        </p:nvSpPr>
        <p:spPr>
          <a:xfrm>
            <a:off x="892950" y="1309950"/>
            <a:ext cx="7358100" cy="25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Intro to Data Science</a:t>
            </a:r>
            <a:endParaRPr sz="7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3" name="Shape 2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Google Shape;2924;p6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Data Science?</a:t>
            </a:r>
            <a:endParaRPr/>
          </a:p>
        </p:txBody>
      </p:sp>
      <p:sp>
        <p:nvSpPr>
          <p:cNvPr id="2925" name="Google Shape;2925;p61"/>
          <p:cNvSpPr txBox="1"/>
          <p:nvPr>
            <p:ph idx="1" type="body"/>
          </p:nvPr>
        </p:nvSpPr>
        <p:spPr>
          <a:xfrm>
            <a:off x="738150" y="1197375"/>
            <a:ext cx="7667700" cy="6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</a:rPr>
              <a:t>Data Science:</a:t>
            </a:r>
            <a:r>
              <a:rPr lang="en" sz="1600"/>
              <a:t> The principles, processes, and techniques for understanding phenomena via the automated analysis of data.</a:t>
            </a:r>
            <a:endParaRPr sz="800"/>
          </a:p>
        </p:txBody>
      </p:sp>
      <p:sp>
        <p:nvSpPr>
          <p:cNvPr id="2926" name="Google Shape;2926;p61"/>
          <p:cNvSpPr txBox="1"/>
          <p:nvPr>
            <p:ph idx="1" type="body"/>
          </p:nvPr>
        </p:nvSpPr>
        <p:spPr>
          <a:xfrm>
            <a:off x="738150" y="1889775"/>
            <a:ext cx="7667700" cy="6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</a:rPr>
              <a:t>Data Driven Decision Making:</a:t>
            </a:r>
            <a:r>
              <a:rPr lang="en" sz="1600"/>
              <a:t> Practice of basing decisions on the analysis of data, rather than pure intuition.</a:t>
            </a:r>
            <a:endParaRPr sz="800"/>
          </a:p>
        </p:txBody>
      </p:sp>
      <p:sp>
        <p:nvSpPr>
          <p:cNvPr id="2927" name="Google Shape;2927;p61"/>
          <p:cNvSpPr txBox="1"/>
          <p:nvPr>
            <p:ph idx="1" type="body"/>
          </p:nvPr>
        </p:nvSpPr>
        <p:spPr>
          <a:xfrm>
            <a:off x="738150" y="2582175"/>
            <a:ext cx="7667700" cy="19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What </a:t>
            </a:r>
            <a:r>
              <a:rPr b="1" lang="en" sz="1600">
                <a:solidFill>
                  <a:schemeClr val="accent3"/>
                </a:solidFill>
              </a:rPr>
              <a:t>industries </a:t>
            </a:r>
            <a:r>
              <a:rPr lang="en" sz="1600"/>
              <a:t>can you apply data science to?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Tech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Healthcare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Finance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Agriculture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Sports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Any field that collects and uses data!</a:t>
            </a:r>
            <a:endParaRPr sz="800"/>
          </a:p>
        </p:txBody>
      </p:sp>
      <p:sp>
        <p:nvSpPr>
          <p:cNvPr id="2928" name="Google Shape;2928;p61"/>
          <p:cNvSpPr txBox="1"/>
          <p:nvPr>
            <p:ph idx="1" type="body"/>
          </p:nvPr>
        </p:nvSpPr>
        <p:spPr>
          <a:xfrm>
            <a:off x="738150" y="4617950"/>
            <a:ext cx="7667700" cy="3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Sources: </a:t>
            </a:r>
            <a:r>
              <a:rPr lang="en" sz="800" u="sng">
                <a:latin typeface="Arial"/>
                <a:ea typeface="Arial"/>
                <a:cs typeface="Arial"/>
                <a:sym typeface="Arial"/>
                <a:hlinkClick r:id="rId3"/>
              </a:rPr>
              <a:t>https://www.bryant.edu/graduate/blog/top-industries-data-scientists</a:t>
            </a:r>
            <a:r>
              <a:rPr lang="en" sz="800">
                <a:latin typeface="Arial"/>
                <a:ea typeface="Arial"/>
                <a:cs typeface="Arial"/>
                <a:sym typeface="Arial"/>
              </a:rPr>
              <a:t>, BADM 211, for educational purposes only, not for commercial use or sale.</a:t>
            </a:r>
            <a:endParaRPr sz="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2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p62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Python?</a:t>
            </a:r>
            <a:endParaRPr/>
          </a:p>
        </p:txBody>
      </p:sp>
      <p:sp>
        <p:nvSpPr>
          <p:cNvPr id="2934" name="Google Shape;2934;p62"/>
          <p:cNvSpPr txBox="1"/>
          <p:nvPr>
            <p:ph idx="1" type="body"/>
          </p:nvPr>
        </p:nvSpPr>
        <p:spPr>
          <a:xfrm>
            <a:off x="713100" y="1254800"/>
            <a:ext cx="713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3"/>
                </a:solidFill>
              </a:rPr>
              <a:t>Python:</a:t>
            </a:r>
            <a:r>
              <a:rPr lang="en" sz="1700"/>
              <a:t> A high-level, general-purpose programming language, can be used for data visualization, machine learning, and statistical analysis.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In iDSC, we use Python for just those reasons: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-"/>
            </a:pPr>
            <a:r>
              <a:rPr b="1" lang="en" sz="1700">
                <a:solidFill>
                  <a:schemeClr val="accent3"/>
                </a:solidFill>
              </a:rPr>
              <a:t>V</a:t>
            </a:r>
            <a:r>
              <a:rPr b="1" lang="en" sz="1700">
                <a:solidFill>
                  <a:schemeClr val="accent3"/>
                </a:solidFill>
              </a:rPr>
              <a:t>ersatility:</a:t>
            </a:r>
            <a:r>
              <a:rPr lang="en" sz="1700"/>
              <a:t> A</a:t>
            </a:r>
            <a:r>
              <a:rPr lang="en" sz="1700"/>
              <a:t>ble to perform many functions outside of data analysis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-"/>
            </a:pPr>
            <a:r>
              <a:rPr b="1" lang="en" sz="1700">
                <a:solidFill>
                  <a:schemeClr val="accent3"/>
                </a:solidFill>
              </a:rPr>
              <a:t>Readability:</a:t>
            </a:r>
            <a:r>
              <a:rPr lang="en" sz="1700"/>
              <a:t> Ease of understanding for all levels of programmers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-"/>
            </a:pPr>
            <a:r>
              <a:rPr b="1" lang="en" sz="1700">
                <a:solidFill>
                  <a:schemeClr val="accent3"/>
                </a:solidFill>
              </a:rPr>
              <a:t>Easy integration:</a:t>
            </a:r>
            <a:r>
              <a:rPr lang="en" sz="1700"/>
              <a:t> For use with machine learning models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-"/>
            </a:pPr>
            <a:r>
              <a:rPr lang="en" sz="1700"/>
              <a:t>Great for building a model during the </a:t>
            </a:r>
            <a:r>
              <a:rPr b="1" lang="en" sz="1700"/>
              <a:t>data dive</a:t>
            </a:r>
            <a:r>
              <a:rPr lang="en" sz="1700"/>
              <a:t>!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Source: BADM 211, for educational purposes only, not for commercial use or sale.</a:t>
            </a:r>
            <a:endParaRPr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p63"/>
          <p:cNvSpPr txBox="1"/>
          <p:nvPr>
            <p:ph type="title"/>
          </p:nvPr>
        </p:nvSpPr>
        <p:spPr>
          <a:xfrm>
            <a:off x="892950" y="1309950"/>
            <a:ext cx="7358100" cy="25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/>
              <a:t>Pandas Basics</a:t>
            </a:r>
            <a:endParaRPr sz="7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3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p64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Python package/library?</a:t>
            </a:r>
            <a:endParaRPr/>
          </a:p>
        </p:txBody>
      </p:sp>
      <p:sp>
        <p:nvSpPr>
          <p:cNvPr id="2945" name="Google Shape;2945;p64"/>
          <p:cNvSpPr txBox="1"/>
          <p:nvPr>
            <p:ph idx="1" type="body"/>
          </p:nvPr>
        </p:nvSpPr>
        <p:spPr>
          <a:xfrm>
            <a:off x="713100" y="1331575"/>
            <a:ext cx="7619700" cy="9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</a:rPr>
              <a:t>Python package/library:</a:t>
            </a:r>
            <a:r>
              <a:rPr lang="en" sz="1600"/>
              <a:t> A collection of objects, methods, and functions that comes with detailed documentation on how to use them. You must import a package/library to use its functions, i.e. “import pandas as pd”</a:t>
            </a:r>
            <a:endParaRPr sz="1400"/>
          </a:p>
        </p:txBody>
      </p:sp>
      <p:sp>
        <p:nvSpPr>
          <p:cNvPr id="2946" name="Google Shape;2946;p64"/>
          <p:cNvSpPr txBox="1"/>
          <p:nvPr>
            <p:ph idx="1" type="body"/>
          </p:nvPr>
        </p:nvSpPr>
        <p:spPr>
          <a:xfrm>
            <a:off x="713100" y="2258575"/>
            <a:ext cx="761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We use </a:t>
            </a:r>
            <a:r>
              <a:rPr b="1" lang="en" sz="1600">
                <a:solidFill>
                  <a:schemeClr val="accent3"/>
                </a:solidFill>
              </a:rPr>
              <a:t>aliases </a:t>
            </a:r>
            <a:r>
              <a:rPr lang="en" sz="1600"/>
              <a:t>like “pd” (short for pandas) to make coding easier.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Useful Python packages include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>
                <a:solidFill>
                  <a:schemeClr val="accent3"/>
                </a:solidFill>
              </a:rPr>
              <a:t>Pandas: </a:t>
            </a:r>
            <a:r>
              <a:rPr lang="en" sz="1600"/>
              <a:t>for data analysis and manipulation (alias pd)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>
                <a:solidFill>
                  <a:schemeClr val="accent3"/>
                </a:solidFill>
              </a:rPr>
              <a:t>Numpy: </a:t>
            </a:r>
            <a:r>
              <a:rPr lang="en" sz="1600"/>
              <a:t>for large-scale numerical operations (alias np)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>
                <a:solidFill>
                  <a:schemeClr val="accent3"/>
                </a:solidFill>
              </a:rPr>
              <a:t>Matplotlib:</a:t>
            </a:r>
            <a:r>
              <a:rPr lang="en" sz="1600"/>
              <a:t> for complex visualizations (alias plt)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>
                <a:solidFill>
                  <a:schemeClr val="accent3"/>
                </a:solidFill>
              </a:rPr>
              <a:t>Seaborn:</a:t>
            </a:r>
            <a:r>
              <a:rPr lang="en" sz="1600"/>
              <a:t> for easy data visualization (alias sns)</a:t>
            </a:r>
            <a:endParaRPr sz="1400"/>
          </a:p>
        </p:txBody>
      </p:sp>
      <p:sp>
        <p:nvSpPr>
          <p:cNvPr id="2947" name="Google Shape;2947;p64"/>
          <p:cNvSpPr txBox="1"/>
          <p:nvPr/>
        </p:nvSpPr>
        <p:spPr>
          <a:xfrm>
            <a:off x="713100" y="4661100"/>
            <a:ext cx="70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Source: BADM 211, for educational purposes only, not for commercial use or sale.</a:t>
            </a:r>
            <a:endParaRPr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1" name="Shape 2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2" name="Google Shape;2952;p65"/>
          <p:cNvSpPr txBox="1"/>
          <p:nvPr>
            <p:ph type="title"/>
          </p:nvPr>
        </p:nvSpPr>
        <p:spPr>
          <a:xfrm>
            <a:off x="1182000" y="1341875"/>
            <a:ext cx="6780000" cy="252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 Demo!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6" name="Shape 2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Google Shape;2957;p66"/>
          <p:cNvSpPr txBox="1"/>
          <p:nvPr>
            <p:ph type="title"/>
          </p:nvPr>
        </p:nvSpPr>
        <p:spPr>
          <a:xfrm>
            <a:off x="2835450" y="225375"/>
            <a:ext cx="3473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9/3 Attendance</a:t>
            </a:r>
            <a:endParaRPr/>
          </a:p>
        </p:txBody>
      </p:sp>
      <p:pic>
        <p:nvPicPr>
          <p:cNvPr id="2958" name="Google Shape;295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400" y="1145150"/>
            <a:ext cx="2853200" cy="28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9" name="Google Shape;2959;p66"/>
          <p:cNvSpPr txBox="1"/>
          <p:nvPr/>
        </p:nvSpPr>
        <p:spPr>
          <a:xfrm>
            <a:off x="3766055" y="4085975"/>
            <a:ext cx="16119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rgbClr val="38B6FF"/>
                </a:solidFill>
                <a:latin typeface="PT Sans"/>
                <a:ea typeface="PT Sans"/>
                <a:cs typeface="PT Sans"/>
                <a:sym typeface="PT Sans"/>
              </a:rPr>
              <a:t>Attendance</a:t>
            </a:r>
            <a:endParaRPr b="1" sz="1800">
              <a:solidFill>
                <a:srgbClr val="38B6FF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60" name="Google Shape;2960;p66"/>
          <p:cNvSpPr txBox="1"/>
          <p:nvPr/>
        </p:nvSpPr>
        <p:spPr>
          <a:xfrm>
            <a:off x="3275388" y="4490475"/>
            <a:ext cx="25932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38B6FF"/>
                </a:solidFill>
                <a:latin typeface="PT Sans"/>
                <a:ea typeface="PT Sans"/>
                <a:cs typeface="PT Sans"/>
                <a:sym typeface="PT Sans"/>
              </a:rPr>
              <a:t>Instagram</a:t>
            </a:r>
            <a:r>
              <a:rPr lang="en" sz="1800">
                <a:solidFill>
                  <a:srgbClr val="38B6FF"/>
                </a:solidFill>
                <a:latin typeface="PT Sans"/>
                <a:ea typeface="PT Sans"/>
                <a:cs typeface="PT Sans"/>
                <a:sym typeface="PT Sans"/>
              </a:rPr>
              <a:t>: </a:t>
            </a:r>
            <a:r>
              <a:rPr lang="en" sz="1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@uiucdsc</a:t>
            </a:r>
            <a:endParaRPr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